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4D3B8"/>
    <a:srgbClr val="B893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04EC5A-2E2E-4DB5-BF73-429E958BE1F6}" v="21" dt="2026-08-05T07:54:03.3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heed Saif" userId="73092cb8-4f27-4865-948a-7ff309744809" providerId="ADAL" clId="{85CE66E5-B346-4DEF-ABFA-BDBBD9216C8E}"/>
    <pc:docChg chg="undo custSel modSld">
      <pc:chgData name="Waheed Saif" userId="73092cb8-4f27-4865-948a-7ff309744809" providerId="ADAL" clId="{85CE66E5-B346-4DEF-ABFA-BDBBD9216C8E}" dt="2026-08-05T07:54:03.329" v="339"/>
      <pc:docMkLst>
        <pc:docMk/>
      </pc:docMkLst>
      <pc:sldChg chg="addSp delSp modSp mod">
        <pc:chgData name="Waheed Saif" userId="73092cb8-4f27-4865-948a-7ff309744809" providerId="ADAL" clId="{85CE66E5-B346-4DEF-ABFA-BDBBD9216C8E}" dt="2026-08-05T07:52:57.458" v="335" actId="20577"/>
        <pc:sldMkLst>
          <pc:docMk/>
          <pc:sldMk cId="0" sldId="256"/>
        </pc:sldMkLst>
        <pc:spChg chg="del mod">
          <ac:chgData name="Waheed Saif" userId="73092cb8-4f27-4865-948a-7ff309744809" providerId="ADAL" clId="{85CE66E5-B346-4DEF-ABFA-BDBBD9216C8E}" dt="2026-08-05T07:10:31.745" v="172" actId="478"/>
          <ac:spMkLst>
            <pc:docMk/>
            <pc:sldMk cId="0" sldId="256"/>
            <ac:spMk id="2" creationId="{00000000-0000-0000-0000-000000000000}"/>
          </ac:spMkLst>
        </pc:spChg>
        <pc:spChg chg="mod">
          <ac:chgData name="Waheed Saif" userId="73092cb8-4f27-4865-948a-7ff309744809" providerId="ADAL" clId="{85CE66E5-B346-4DEF-ABFA-BDBBD9216C8E}" dt="2026-08-05T07:15:08.320" v="308" actId="553"/>
          <ac:spMkLst>
            <pc:docMk/>
            <pc:sldMk cId="0" sldId="256"/>
            <ac:spMk id="3" creationId="{00000000-0000-0000-0000-000000000000}"/>
          </ac:spMkLst>
        </pc:spChg>
        <pc:spChg chg="mod">
          <ac:chgData name="Waheed Saif" userId="73092cb8-4f27-4865-948a-7ff309744809" providerId="ADAL" clId="{85CE66E5-B346-4DEF-ABFA-BDBBD9216C8E}" dt="2026-08-05T07:52:57.458" v="335" actId="20577"/>
          <ac:spMkLst>
            <pc:docMk/>
            <pc:sldMk cId="0" sldId="256"/>
            <ac:spMk id="4" creationId="{00000000-0000-0000-0000-000000000000}"/>
          </ac:spMkLst>
        </pc:spChg>
        <pc:spChg chg="del mod">
          <ac:chgData name="Waheed Saif" userId="73092cb8-4f27-4865-948a-7ff309744809" providerId="ADAL" clId="{85CE66E5-B346-4DEF-ABFA-BDBBD9216C8E}" dt="2026-08-05T07:49:35.078" v="315" actId="478"/>
          <ac:spMkLst>
            <pc:docMk/>
            <pc:sldMk cId="0" sldId="256"/>
            <ac:spMk id="5" creationId="{00000000-0000-0000-0000-000000000000}"/>
          </ac:spMkLst>
        </pc:spChg>
        <pc:spChg chg="del mod">
          <ac:chgData name="Waheed Saif" userId="73092cb8-4f27-4865-948a-7ff309744809" providerId="ADAL" clId="{85CE66E5-B346-4DEF-ABFA-BDBBD9216C8E}" dt="2026-08-05T07:49:35.078" v="315" actId="478"/>
          <ac:spMkLst>
            <pc:docMk/>
            <pc:sldMk cId="0" sldId="256"/>
            <ac:spMk id="6" creationId="{00000000-0000-0000-0000-000000000000}"/>
          </ac:spMkLst>
        </pc:spChg>
        <pc:spChg chg="mod">
          <ac:chgData name="Waheed Saif" userId="73092cb8-4f27-4865-948a-7ff309744809" providerId="ADAL" clId="{85CE66E5-B346-4DEF-ABFA-BDBBD9216C8E}" dt="2026-08-05T07:15:13.622" v="309" actId="14100"/>
          <ac:spMkLst>
            <pc:docMk/>
            <pc:sldMk cId="0" sldId="256"/>
            <ac:spMk id="7" creationId="{00000000-0000-0000-0000-000000000000}"/>
          </ac:spMkLst>
        </pc:spChg>
        <pc:spChg chg="add mod">
          <ac:chgData name="Waheed Saif" userId="73092cb8-4f27-4865-948a-7ff309744809" providerId="ADAL" clId="{85CE66E5-B346-4DEF-ABFA-BDBBD9216C8E}" dt="2026-08-05T07:15:08.320" v="308" actId="553"/>
          <ac:spMkLst>
            <pc:docMk/>
            <pc:sldMk cId="0" sldId="256"/>
            <ac:spMk id="8" creationId="{65C70C1F-48B0-4913-981E-FFEA57F68FE1}"/>
          </ac:spMkLst>
        </pc:spChg>
      </pc:sldChg>
      <pc:sldChg chg="addSp delSp modSp mod">
        <pc:chgData name="Waheed Saif" userId="73092cb8-4f27-4865-948a-7ff309744809" providerId="ADAL" clId="{85CE66E5-B346-4DEF-ABFA-BDBBD9216C8E}" dt="2026-08-05T07:54:03.329" v="339"/>
        <pc:sldMkLst>
          <pc:docMk/>
          <pc:sldMk cId="0" sldId="257"/>
        </pc:sldMkLst>
        <pc:spChg chg="del mod">
          <ac:chgData name="Waheed Saif" userId="73092cb8-4f27-4865-948a-7ff309744809" providerId="ADAL" clId="{85CE66E5-B346-4DEF-ABFA-BDBBD9216C8E}" dt="2026-08-05T07:13:09.184" v="294" actId="478"/>
          <ac:spMkLst>
            <pc:docMk/>
            <pc:sldMk cId="0" sldId="257"/>
            <ac:spMk id="2" creationId="{00000000-0000-0000-0000-000000000000}"/>
          </ac:spMkLst>
        </pc:spChg>
        <pc:spChg chg="mod">
          <ac:chgData name="Waheed Saif" userId="73092cb8-4f27-4865-948a-7ff309744809" providerId="ADAL" clId="{85CE66E5-B346-4DEF-ABFA-BDBBD9216C8E}" dt="2026-08-05T07:09:20.098" v="86" actId="2711"/>
          <ac:spMkLst>
            <pc:docMk/>
            <pc:sldMk cId="0" sldId="257"/>
            <ac:spMk id="3" creationId="{00000000-0000-0000-0000-000000000000}"/>
          </ac:spMkLst>
        </pc:spChg>
        <pc:spChg chg="mod">
          <ac:chgData name="Waheed Saif" userId="73092cb8-4f27-4865-948a-7ff309744809" providerId="ADAL" clId="{85CE66E5-B346-4DEF-ABFA-BDBBD9216C8E}" dt="2026-08-05T07:48:33.446" v="313" actId="207"/>
          <ac:spMkLst>
            <pc:docMk/>
            <pc:sldMk cId="0" sldId="257"/>
            <ac:spMk id="4" creationId="{00000000-0000-0000-0000-000000000000}"/>
          </ac:spMkLst>
        </pc:spChg>
        <pc:spChg chg="mod">
          <ac:chgData name="Waheed Saif" userId="73092cb8-4f27-4865-948a-7ff309744809" providerId="ADAL" clId="{85CE66E5-B346-4DEF-ABFA-BDBBD9216C8E}" dt="2026-08-05T07:54:03.329" v="339"/>
          <ac:spMkLst>
            <pc:docMk/>
            <pc:sldMk cId="0" sldId="257"/>
            <ac:spMk id="5" creationId="{00000000-0000-0000-0000-000000000000}"/>
          </ac:spMkLst>
        </pc:spChg>
        <pc:spChg chg="mod">
          <ac:chgData name="Waheed Saif" userId="73092cb8-4f27-4865-948a-7ff309744809" providerId="ADAL" clId="{85CE66E5-B346-4DEF-ABFA-BDBBD9216C8E}" dt="2026-08-05T07:48:44.892" v="314" actId="207"/>
          <ac:spMkLst>
            <pc:docMk/>
            <pc:sldMk cId="0" sldId="257"/>
            <ac:spMk id="6" creationId="{00000000-0000-0000-0000-000000000000}"/>
          </ac:spMkLst>
        </pc:spChg>
        <pc:spChg chg="mod">
          <ac:chgData name="Waheed Saif" userId="73092cb8-4f27-4865-948a-7ff309744809" providerId="ADAL" clId="{85CE66E5-B346-4DEF-ABFA-BDBBD9216C8E}" dt="2026-08-05T07:48:33.446" v="313" actId="207"/>
          <ac:spMkLst>
            <pc:docMk/>
            <pc:sldMk cId="0" sldId="257"/>
            <ac:spMk id="7" creationId="{00000000-0000-0000-0000-000000000000}"/>
          </ac:spMkLst>
        </pc:spChg>
        <pc:spChg chg="mod">
          <ac:chgData name="Waheed Saif" userId="73092cb8-4f27-4865-948a-7ff309744809" providerId="ADAL" clId="{85CE66E5-B346-4DEF-ABFA-BDBBD9216C8E}" dt="2026-08-05T07:54:03.329" v="339"/>
          <ac:spMkLst>
            <pc:docMk/>
            <pc:sldMk cId="0" sldId="257"/>
            <ac:spMk id="8" creationId="{00000000-0000-0000-0000-000000000000}"/>
          </ac:spMkLst>
        </pc:spChg>
        <pc:spChg chg="mod">
          <ac:chgData name="Waheed Saif" userId="73092cb8-4f27-4865-948a-7ff309744809" providerId="ADAL" clId="{85CE66E5-B346-4DEF-ABFA-BDBBD9216C8E}" dt="2026-08-05T07:48:44.892" v="314" actId="207"/>
          <ac:spMkLst>
            <pc:docMk/>
            <pc:sldMk cId="0" sldId="257"/>
            <ac:spMk id="9" creationId="{00000000-0000-0000-0000-000000000000}"/>
          </ac:spMkLst>
        </pc:spChg>
        <pc:spChg chg="mod">
          <ac:chgData name="Waheed Saif" userId="73092cb8-4f27-4865-948a-7ff309744809" providerId="ADAL" clId="{85CE66E5-B346-4DEF-ABFA-BDBBD9216C8E}" dt="2026-08-05T07:48:33.446" v="313" actId="207"/>
          <ac:spMkLst>
            <pc:docMk/>
            <pc:sldMk cId="0" sldId="257"/>
            <ac:spMk id="10" creationId="{00000000-0000-0000-0000-000000000000}"/>
          </ac:spMkLst>
        </pc:spChg>
        <pc:spChg chg="mod">
          <ac:chgData name="Waheed Saif" userId="73092cb8-4f27-4865-948a-7ff309744809" providerId="ADAL" clId="{85CE66E5-B346-4DEF-ABFA-BDBBD9216C8E}" dt="2026-08-05T07:54:03.329" v="339"/>
          <ac:spMkLst>
            <pc:docMk/>
            <pc:sldMk cId="0" sldId="257"/>
            <ac:spMk id="11" creationId="{00000000-0000-0000-0000-000000000000}"/>
          </ac:spMkLst>
        </pc:spChg>
        <pc:spChg chg="mod">
          <ac:chgData name="Waheed Saif" userId="73092cb8-4f27-4865-948a-7ff309744809" providerId="ADAL" clId="{85CE66E5-B346-4DEF-ABFA-BDBBD9216C8E}" dt="2026-08-05T07:48:44.892" v="314" actId="207"/>
          <ac:spMkLst>
            <pc:docMk/>
            <pc:sldMk cId="0" sldId="257"/>
            <ac:spMk id="12" creationId="{00000000-0000-0000-0000-000000000000}"/>
          </ac:spMkLst>
        </pc:spChg>
        <pc:spChg chg="mod">
          <ac:chgData name="Waheed Saif" userId="73092cb8-4f27-4865-948a-7ff309744809" providerId="ADAL" clId="{85CE66E5-B346-4DEF-ABFA-BDBBD9216C8E}" dt="2026-08-05T07:09:20.098" v="86" actId="2711"/>
          <ac:spMkLst>
            <pc:docMk/>
            <pc:sldMk cId="0" sldId="257"/>
            <ac:spMk id="13" creationId="{00000000-0000-0000-0000-000000000000}"/>
          </ac:spMkLst>
        </pc:spChg>
        <pc:spChg chg="mod">
          <ac:chgData name="Waheed Saif" userId="73092cb8-4f27-4865-948a-7ff309744809" providerId="ADAL" clId="{85CE66E5-B346-4DEF-ABFA-BDBBD9216C8E}" dt="2026-08-05T07:09:20.098" v="86" actId="2711"/>
          <ac:spMkLst>
            <pc:docMk/>
            <pc:sldMk cId="0" sldId="257"/>
            <ac:spMk id="14" creationId="{00000000-0000-0000-0000-000000000000}"/>
          </ac:spMkLst>
        </pc:spChg>
        <pc:spChg chg="add mod">
          <ac:chgData name="Waheed Saif" userId="73092cb8-4f27-4865-948a-7ff309744809" providerId="ADAL" clId="{85CE66E5-B346-4DEF-ABFA-BDBBD9216C8E}" dt="2026-08-05T07:13:06.790" v="293" actId="20577"/>
          <ac:spMkLst>
            <pc:docMk/>
            <pc:sldMk cId="0" sldId="257"/>
            <ac:spMk id="16" creationId="{6363A0FA-86D1-3C17-B448-1E5597121047}"/>
          </ac:spMkLst>
        </pc:spChg>
      </pc:sldChg>
      <pc:sldChg chg="addSp delSp modSp mod">
        <pc:chgData name="Waheed Saif" userId="73092cb8-4f27-4865-948a-7ff309744809" providerId="ADAL" clId="{85CE66E5-B346-4DEF-ABFA-BDBBD9216C8E}" dt="2026-08-05T07:50:42.136" v="321" actId="165"/>
        <pc:sldMkLst>
          <pc:docMk/>
          <pc:sldMk cId="0" sldId="258"/>
        </pc:sldMkLst>
        <pc:spChg chg="mod">
          <ac:chgData name="Waheed Saif" userId="73092cb8-4f27-4865-948a-7ff309744809" providerId="ADAL" clId="{85CE66E5-B346-4DEF-ABFA-BDBBD9216C8E}" dt="2026-08-05T07:12:50.902" v="264" actId="553"/>
          <ac:spMkLst>
            <pc:docMk/>
            <pc:sldMk cId="0" sldId="258"/>
            <ac:spMk id="2" creationId="{00000000-0000-0000-0000-000000000000}"/>
          </ac:spMkLst>
        </pc:spChg>
        <pc:spChg chg="mod">
          <ac:chgData name="Waheed Saif" userId="73092cb8-4f27-4865-948a-7ff309744809" providerId="ADAL" clId="{85CE66E5-B346-4DEF-ABFA-BDBBD9216C8E}" dt="2026-08-05T07:50:23.438" v="317" actId="164"/>
          <ac:spMkLst>
            <pc:docMk/>
            <pc:sldMk cId="0" sldId="258"/>
            <ac:spMk id="3" creationId="{00000000-0000-0000-0000-000000000000}"/>
          </ac:spMkLst>
        </pc:spChg>
        <pc:spChg chg="mod">
          <ac:chgData name="Waheed Saif" userId="73092cb8-4f27-4865-948a-7ff309744809" providerId="ADAL" clId="{85CE66E5-B346-4DEF-ABFA-BDBBD9216C8E}" dt="2026-08-05T07:50:37.613" v="319" actId="164"/>
          <ac:spMkLst>
            <pc:docMk/>
            <pc:sldMk cId="0" sldId="258"/>
            <ac:spMk id="4" creationId="{00000000-0000-0000-0000-000000000000}"/>
          </ac:spMkLst>
        </pc:spChg>
        <pc:spChg chg="mod">
          <ac:chgData name="Waheed Saif" userId="73092cb8-4f27-4865-948a-7ff309744809" providerId="ADAL" clId="{85CE66E5-B346-4DEF-ABFA-BDBBD9216C8E}" dt="2026-08-05T07:50:23.438" v="317" actId="164"/>
          <ac:spMkLst>
            <pc:docMk/>
            <pc:sldMk cId="0" sldId="258"/>
            <ac:spMk id="6"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7" creationId="{00000000-0000-0000-0000-000000000000}"/>
          </ac:spMkLst>
        </pc:spChg>
        <pc:spChg chg="mod">
          <ac:chgData name="Waheed Saif" userId="73092cb8-4f27-4865-948a-7ff309744809" providerId="ADAL" clId="{85CE66E5-B346-4DEF-ABFA-BDBBD9216C8E}" dt="2026-08-05T07:09:11.465" v="83" actId="2711"/>
          <ac:spMkLst>
            <pc:docMk/>
            <pc:sldMk cId="0" sldId="258"/>
            <ac:spMk id="8"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9" creationId="{00000000-0000-0000-0000-000000000000}"/>
          </ac:spMkLst>
        </pc:spChg>
        <pc:spChg chg="mod">
          <ac:chgData name="Waheed Saif" userId="73092cb8-4f27-4865-948a-7ff309744809" providerId="ADAL" clId="{85CE66E5-B346-4DEF-ABFA-BDBBD9216C8E}" dt="2026-08-05T07:50:37.613" v="319" actId="164"/>
          <ac:spMkLst>
            <pc:docMk/>
            <pc:sldMk cId="0" sldId="258"/>
            <ac:spMk id="10" creationId="{00000000-0000-0000-0000-000000000000}"/>
          </ac:spMkLst>
        </pc:spChg>
        <pc:spChg chg="mod">
          <ac:chgData name="Waheed Saif" userId="73092cb8-4f27-4865-948a-7ff309744809" providerId="ADAL" clId="{85CE66E5-B346-4DEF-ABFA-BDBBD9216C8E}" dt="2026-08-05T07:50:23.438" v="317" actId="164"/>
          <ac:spMkLst>
            <pc:docMk/>
            <pc:sldMk cId="0" sldId="258"/>
            <ac:spMk id="12"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13" creationId="{00000000-0000-0000-0000-000000000000}"/>
          </ac:spMkLst>
        </pc:spChg>
        <pc:spChg chg="mod">
          <ac:chgData name="Waheed Saif" userId="73092cb8-4f27-4865-948a-7ff309744809" providerId="ADAL" clId="{85CE66E5-B346-4DEF-ABFA-BDBBD9216C8E}" dt="2026-08-05T07:09:11.465" v="83" actId="2711"/>
          <ac:spMkLst>
            <pc:docMk/>
            <pc:sldMk cId="0" sldId="258"/>
            <ac:spMk id="15" creationId="{00000000-0000-0000-0000-000000000000}"/>
          </ac:spMkLst>
        </pc:spChg>
        <pc:spChg chg="mod">
          <ac:chgData name="Waheed Saif" userId="73092cb8-4f27-4865-948a-7ff309744809" providerId="ADAL" clId="{85CE66E5-B346-4DEF-ABFA-BDBBD9216C8E}" dt="2026-08-05T07:50:37.613" v="319" actId="164"/>
          <ac:spMkLst>
            <pc:docMk/>
            <pc:sldMk cId="0" sldId="258"/>
            <ac:spMk id="16" creationId="{00000000-0000-0000-0000-000000000000}"/>
          </ac:spMkLst>
        </pc:spChg>
        <pc:spChg chg="mod">
          <ac:chgData name="Waheed Saif" userId="73092cb8-4f27-4865-948a-7ff309744809" providerId="ADAL" clId="{85CE66E5-B346-4DEF-ABFA-BDBBD9216C8E}" dt="2026-08-05T07:50:23.438" v="317" actId="164"/>
          <ac:spMkLst>
            <pc:docMk/>
            <pc:sldMk cId="0" sldId="258"/>
            <ac:spMk id="18"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19" creationId="{00000000-0000-0000-0000-000000000000}"/>
          </ac:spMkLst>
        </pc:spChg>
        <pc:spChg chg="mod">
          <ac:chgData name="Waheed Saif" userId="73092cb8-4f27-4865-948a-7ff309744809" providerId="ADAL" clId="{85CE66E5-B346-4DEF-ABFA-BDBBD9216C8E}" dt="2026-08-05T07:09:11.465" v="83" actId="2711"/>
          <ac:spMkLst>
            <pc:docMk/>
            <pc:sldMk cId="0" sldId="258"/>
            <ac:spMk id="20" creationId="{00000000-0000-0000-0000-000000000000}"/>
          </ac:spMkLst>
        </pc:spChg>
        <pc:spChg chg="mod">
          <ac:chgData name="Waheed Saif" userId="73092cb8-4f27-4865-948a-7ff309744809" providerId="ADAL" clId="{85CE66E5-B346-4DEF-ABFA-BDBBD9216C8E}" dt="2026-08-05T07:50:23.438" v="317" actId="164"/>
          <ac:spMkLst>
            <pc:docMk/>
            <pc:sldMk cId="0" sldId="258"/>
            <ac:spMk id="21"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22" creationId="{00000000-0000-0000-0000-000000000000}"/>
          </ac:spMkLst>
        </pc:spChg>
        <pc:spChg chg="mod">
          <ac:chgData name="Waheed Saif" userId="73092cb8-4f27-4865-948a-7ff309744809" providerId="ADAL" clId="{85CE66E5-B346-4DEF-ABFA-BDBBD9216C8E}" dt="2026-08-05T07:50:23.438" v="317" actId="164"/>
          <ac:spMkLst>
            <pc:docMk/>
            <pc:sldMk cId="0" sldId="258"/>
            <ac:spMk id="24"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25" creationId="{00000000-0000-0000-0000-000000000000}"/>
          </ac:spMkLst>
        </pc:spChg>
        <pc:spChg chg="mod">
          <ac:chgData name="Waheed Saif" userId="73092cb8-4f27-4865-948a-7ff309744809" providerId="ADAL" clId="{85CE66E5-B346-4DEF-ABFA-BDBBD9216C8E}" dt="2026-08-05T07:50:37.613" v="319" actId="164"/>
          <ac:spMkLst>
            <pc:docMk/>
            <pc:sldMk cId="0" sldId="258"/>
            <ac:spMk id="28"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30" creationId="{00000000-0000-0000-0000-000000000000}"/>
          </ac:spMkLst>
        </pc:spChg>
        <pc:spChg chg="mod">
          <ac:chgData name="Waheed Saif" userId="73092cb8-4f27-4865-948a-7ff309744809" providerId="ADAL" clId="{85CE66E5-B346-4DEF-ABFA-BDBBD9216C8E}" dt="2026-08-05T07:50:37.613" v="319" actId="164"/>
          <ac:spMkLst>
            <pc:docMk/>
            <pc:sldMk cId="0" sldId="258"/>
            <ac:spMk id="31"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33"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34" creationId="{00000000-0000-0000-0000-000000000000}"/>
          </ac:spMkLst>
        </pc:spChg>
        <pc:spChg chg="mod">
          <ac:chgData name="Waheed Saif" userId="73092cb8-4f27-4865-948a-7ff309744809" providerId="ADAL" clId="{85CE66E5-B346-4DEF-ABFA-BDBBD9216C8E}" dt="2026-08-05T07:09:11.465" v="83" actId="2711"/>
          <ac:spMkLst>
            <pc:docMk/>
            <pc:sldMk cId="0" sldId="258"/>
            <ac:spMk id="35" creationId="{00000000-0000-0000-0000-000000000000}"/>
          </ac:spMkLst>
        </pc:spChg>
        <pc:spChg chg="mod topLvl">
          <ac:chgData name="Waheed Saif" userId="73092cb8-4f27-4865-948a-7ff309744809" providerId="ADAL" clId="{85CE66E5-B346-4DEF-ABFA-BDBBD9216C8E}" dt="2026-08-05T07:50:42.136" v="321" actId="165"/>
          <ac:spMkLst>
            <pc:docMk/>
            <pc:sldMk cId="0" sldId="258"/>
            <ac:spMk id="36" creationId="{00000000-0000-0000-0000-000000000000}"/>
          </ac:spMkLst>
        </pc:spChg>
        <pc:grpChg chg="mod">
          <ac:chgData name="Waheed Saif" userId="73092cb8-4f27-4865-948a-7ff309744809" providerId="ADAL" clId="{85CE66E5-B346-4DEF-ABFA-BDBBD9216C8E}" dt="2026-08-05T07:50:40.337" v="320" actId="1076"/>
          <ac:grpSpMkLst>
            <pc:docMk/>
            <pc:sldMk cId="0" sldId="258"/>
            <ac:grpSpMk id="41" creationId="{ED967A57-4CC4-0B9C-DFE8-992EE8EABD17}"/>
          </ac:grpSpMkLst>
        </pc:grpChg>
        <pc:grpChg chg="mod">
          <ac:chgData name="Waheed Saif" userId="73092cb8-4f27-4865-948a-7ff309744809" providerId="ADAL" clId="{85CE66E5-B346-4DEF-ABFA-BDBBD9216C8E}" dt="2026-08-05T07:50:40.337" v="320" actId="1076"/>
          <ac:grpSpMkLst>
            <pc:docMk/>
            <pc:sldMk cId="0" sldId="258"/>
            <ac:grpSpMk id="42" creationId="{E1A46B8A-C81B-9280-BD94-BE5CD28EA6E0}"/>
          </ac:grpSpMkLst>
        </pc:grpChg>
      </pc:sldChg>
      <pc:sldChg chg="modSp mod">
        <pc:chgData name="Waheed Saif" userId="73092cb8-4f27-4865-948a-7ff309744809" providerId="ADAL" clId="{85CE66E5-B346-4DEF-ABFA-BDBBD9216C8E}" dt="2026-08-05T07:12:48.385" v="263" actId="553"/>
        <pc:sldMkLst>
          <pc:docMk/>
          <pc:sldMk cId="0" sldId="259"/>
        </pc:sldMkLst>
        <pc:spChg chg="mod">
          <ac:chgData name="Waheed Saif" userId="73092cb8-4f27-4865-948a-7ff309744809" providerId="ADAL" clId="{85CE66E5-B346-4DEF-ABFA-BDBBD9216C8E}" dt="2026-08-05T07:12:48.385" v="263" actId="553"/>
          <ac:spMkLst>
            <pc:docMk/>
            <pc:sldMk cId="0" sldId="259"/>
            <ac:spMk id="2" creationId="{00000000-0000-0000-0000-000000000000}"/>
          </ac:spMkLst>
        </pc:spChg>
        <pc:spChg chg="mod">
          <ac:chgData name="Waheed Saif" userId="73092cb8-4f27-4865-948a-7ff309744809" providerId="ADAL" clId="{85CE66E5-B346-4DEF-ABFA-BDBBD9216C8E}" dt="2026-08-05T07:12:48.385" v="263" actId="553"/>
          <ac:spMkLst>
            <pc:docMk/>
            <pc:sldMk cId="0" sldId="259"/>
            <ac:spMk id="3" creationId="{00000000-0000-0000-0000-000000000000}"/>
          </ac:spMkLst>
        </pc:spChg>
        <pc:spChg chg="mod">
          <ac:chgData name="Waheed Saif" userId="73092cb8-4f27-4865-948a-7ff309744809" providerId="ADAL" clId="{85CE66E5-B346-4DEF-ABFA-BDBBD9216C8E}" dt="2026-08-05T07:09:03.019" v="80" actId="122"/>
          <ac:spMkLst>
            <pc:docMk/>
            <pc:sldMk cId="0" sldId="259"/>
            <ac:spMk id="5" creationId="{00000000-0000-0000-0000-000000000000}"/>
          </ac:spMkLst>
        </pc:spChg>
        <pc:spChg chg="mod">
          <ac:chgData name="Waheed Saif" userId="73092cb8-4f27-4865-948a-7ff309744809" providerId="ADAL" clId="{85CE66E5-B346-4DEF-ABFA-BDBBD9216C8E}" dt="2026-08-05T07:08:59.009" v="79" actId="121"/>
          <ac:spMkLst>
            <pc:docMk/>
            <pc:sldMk cId="0" sldId="259"/>
            <ac:spMk id="9" creationId="{00000000-0000-0000-0000-000000000000}"/>
          </ac:spMkLst>
        </pc:spChg>
        <pc:spChg chg="mod">
          <ac:chgData name="Waheed Saif" userId="73092cb8-4f27-4865-948a-7ff309744809" providerId="ADAL" clId="{85CE66E5-B346-4DEF-ABFA-BDBBD9216C8E}" dt="2026-08-05T07:08:59.009" v="79" actId="121"/>
          <ac:spMkLst>
            <pc:docMk/>
            <pc:sldMk cId="0" sldId="259"/>
            <ac:spMk id="10" creationId="{00000000-0000-0000-0000-000000000000}"/>
          </ac:spMkLst>
        </pc:spChg>
        <pc:spChg chg="mod">
          <ac:chgData name="Waheed Saif" userId="73092cb8-4f27-4865-948a-7ff309744809" providerId="ADAL" clId="{85CE66E5-B346-4DEF-ABFA-BDBBD9216C8E}" dt="2026-08-05T07:08:59.009" v="79" actId="121"/>
          <ac:spMkLst>
            <pc:docMk/>
            <pc:sldMk cId="0" sldId="259"/>
            <ac:spMk id="11" creationId="{00000000-0000-0000-0000-000000000000}"/>
          </ac:spMkLst>
        </pc:spChg>
        <pc:spChg chg="mod">
          <ac:chgData name="Waheed Saif" userId="73092cb8-4f27-4865-948a-7ff309744809" providerId="ADAL" clId="{85CE66E5-B346-4DEF-ABFA-BDBBD9216C8E}" dt="2026-08-05T07:08:59.009" v="79" actId="121"/>
          <ac:spMkLst>
            <pc:docMk/>
            <pc:sldMk cId="0" sldId="259"/>
            <ac:spMk id="13" creationId="{00000000-0000-0000-0000-000000000000}"/>
          </ac:spMkLst>
        </pc:spChg>
        <pc:spChg chg="mod">
          <ac:chgData name="Waheed Saif" userId="73092cb8-4f27-4865-948a-7ff309744809" providerId="ADAL" clId="{85CE66E5-B346-4DEF-ABFA-BDBBD9216C8E}" dt="2026-08-05T07:09:03.019" v="80" actId="122"/>
          <ac:spMkLst>
            <pc:docMk/>
            <pc:sldMk cId="0" sldId="259"/>
            <ac:spMk id="14" creationId="{00000000-0000-0000-0000-000000000000}"/>
          </ac:spMkLst>
        </pc:spChg>
        <pc:spChg chg="mod">
          <ac:chgData name="Waheed Saif" userId="73092cb8-4f27-4865-948a-7ff309744809" providerId="ADAL" clId="{85CE66E5-B346-4DEF-ABFA-BDBBD9216C8E}" dt="2026-08-05T07:08:59.009" v="79" actId="121"/>
          <ac:spMkLst>
            <pc:docMk/>
            <pc:sldMk cId="0" sldId="259"/>
            <ac:spMk id="15" creationId="{00000000-0000-0000-0000-000000000000}"/>
          </ac:spMkLst>
        </pc:spChg>
        <pc:spChg chg="mod">
          <ac:chgData name="Waheed Saif" userId="73092cb8-4f27-4865-948a-7ff309744809" providerId="ADAL" clId="{85CE66E5-B346-4DEF-ABFA-BDBBD9216C8E}" dt="2026-08-05T07:08:59.009" v="79" actId="121"/>
          <ac:spMkLst>
            <pc:docMk/>
            <pc:sldMk cId="0" sldId="259"/>
            <ac:spMk id="17" creationId="{00000000-0000-0000-0000-000000000000}"/>
          </ac:spMkLst>
        </pc:spChg>
        <pc:spChg chg="mod">
          <ac:chgData name="Waheed Saif" userId="73092cb8-4f27-4865-948a-7ff309744809" providerId="ADAL" clId="{85CE66E5-B346-4DEF-ABFA-BDBBD9216C8E}" dt="2026-08-05T07:08:59.009" v="79" actId="121"/>
          <ac:spMkLst>
            <pc:docMk/>
            <pc:sldMk cId="0" sldId="259"/>
            <ac:spMk id="18" creationId="{00000000-0000-0000-0000-000000000000}"/>
          </ac:spMkLst>
        </pc:spChg>
        <pc:spChg chg="mod">
          <ac:chgData name="Waheed Saif" userId="73092cb8-4f27-4865-948a-7ff309744809" providerId="ADAL" clId="{85CE66E5-B346-4DEF-ABFA-BDBBD9216C8E}" dt="2026-08-05T07:08:59.009" v="79" actId="121"/>
          <ac:spMkLst>
            <pc:docMk/>
            <pc:sldMk cId="0" sldId="259"/>
            <ac:spMk id="21" creationId="{00000000-0000-0000-0000-000000000000}"/>
          </ac:spMkLst>
        </pc:spChg>
      </pc:sldChg>
      <pc:sldChg chg="modSp mod">
        <pc:chgData name="Waheed Saif" userId="73092cb8-4f27-4865-948a-7ff309744809" providerId="ADAL" clId="{85CE66E5-B346-4DEF-ABFA-BDBBD9216C8E}" dt="2026-08-05T07:12:46.232" v="262" actId="553"/>
        <pc:sldMkLst>
          <pc:docMk/>
          <pc:sldMk cId="0" sldId="260"/>
        </pc:sldMkLst>
        <pc:spChg chg="mod">
          <ac:chgData name="Waheed Saif" userId="73092cb8-4f27-4865-948a-7ff309744809" providerId="ADAL" clId="{85CE66E5-B346-4DEF-ABFA-BDBBD9216C8E}" dt="2026-08-05T07:12:46.232" v="262" actId="553"/>
          <ac:spMkLst>
            <pc:docMk/>
            <pc:sldMk cId="0" sldId="260"/>
            <ac:spMk id="2" creationId="{00000000-0000-0000-0000-000000000000}"/>
          </ac:spMkLst>
        </pc:spChg>
        <pc:spChg chg="mod">
          <ac:chgData name="Waheed Saif" userId="73092cb8-4f27-4865-948a-7ff309744809" providerId="ADAL" clId="{85CE66E5-B346-4DEF-ABFA-BDBBD9216C8E}" dt="2026-08-05T07:12:46.232" v="262" actId="553"/>
          <ac:spMkLst>
            <pc:docMk/>
            <pc:sldMk cId="0" sldId="260"/>
            <ac:spMk id="3" creationId="{00000000-0000-0000-0000-000000000000}"/>
          </ac:spMkLst>
        </pc:spChg>
        <pc:spChg chg="mod">
          <ac:chgData name="Waheed Saif" userId="73092cb8-4f27-4865-948a-7ff309744809" providerId="ADAL" clId="{85CE66E5-B346-4DEF-ABFA-BDBBD9216C8E}" dt="2026-08-05T07:08:52.324" v="76" actId="2711"/>
          <ac:spMkLst>
            <pc:docMk/>
            <pc:sldMk cId="0" sldId="260"/>
            <ac:spMk id="4" creationId="{00000000-0000-0000-0000-000000000000}"/>
          </ac:spMkLst>
        </pc:spChg>
        <pc:spChg chg="mod">
          <ac:chgData name="Waheed Saif" userId="73092cb8-4f27-4865-948a-7ff309744809" providerId="ADAL" clId="{85CE66E5-B346-4DEF-ABFA-BDBBD9216C8E}" dt="2026-08-05T07:08:52.324" v="76" actId="2711"/>
          <ac:spMkLst>
            <pc:docMk/>
            <pc:sldMk cId="0" sldId="260"/>
            <ac:spMk id="5" creationId="{00000000-0000-0000-0000-000000000000}"/>
          </ac:spMkLst>
        </pc:spChg>
        <pc:spChg chg="mod">
          <ac:chgData name="Waheed Saif" userId="73092cb8-4f27-4865-948a-7ff309744809" providerId="ADAL" clId="{85CE66E5-B346-4DEF-ABFA-BDBBD9216C8E}" dt="2026-08-05T07:08:52.324" v="76" actId="2711"/>
          <ac:spMkLst>
            <pc:docMk/>
            <pc:sldMk cId="0" sldId="260"/>
            <ac:spMk id="6" creationId="{00000000-0000-0000-0000-000000000000}"/>
          </ac:spMkLst>
        </pc:spChg>
        <pc:spChg chg="mod">
          <ac:chgData name="Waheed Saif" userId="73092cb8-4f27-4865-948a-7ff309744809" providerId="ADAL" clId="{85CE66E5-B346-4DEF-ABFA-BDBBD9216C8E}" dt="2026-08-05T07:08:52.324" v="76" actId="2711"/>
          <ac:spMkLst>
            <pc:docMk/>
            <pc:sldMk cId="0" sldId="260"/>
            <ac:spMk id="7" creationId="{00000000-0000-0000-0000-000000000000}"/>
          </ac:spMkLst>
        </pc:spChg>
        <pc:spChg chg="mod">
          <ac:chgData name="Waheed Saif" userId="73092cb8-4f27-4865-948a-7ff309744809" providerId="ADAL" clId="{85CE66E5-B346-4DEF-ABFA-BDBBD9216C8E}" dt="2026-08-05T07:08:52.324" v="76" actId="2711"/>
          <ac:spMkLst>
            <pc:docMk/>
            <pc:sldMk cId="0" sldId="260"/>
            <ac:spMk id="8" creationId="{00000000-0000-0000-0000-000000000000}"/>
          </ac:spMkLst>
        </pc:spChg>
        <pc:spChg chg="mod">
          <ac:chgData name="Waheed Saif" userId="73092cb8-4f27-4865-948a-7ff309744809" providerId="ADAL" clId="{85CE66E5-B346-4DEF-ABFA-BDBBD9216C8E}" dt="2026-08-05T07:08:52.324" v="76" actId="2711"/>
          <ac:spMkLst>
            <pc:docMk/>
            <pc:sldMk cId="0" sldId="260"/>
            <ac:spMk id="9" creationId="{00000000-0000-0000-0000-000000000000}"/>
          </ac:spMkLst>
        </pc:spChg>
        <pc:spChg chg="mod">
          <ac:chgData name="Waheed Saif" userId="73092cb8-4f27-4865-948a-7ff309744809" providerId="ADAL" clId="{85CE66E5-B346-4DEF-ABFA-BDBBD9216C8E}" dt="2026-08-05T07:08:52.324" v="76" actId="2711"/>
          <ac:spMkLst>
            <pc:docMk/>
            <pc:sldMk cId="0" sldId="260"/>
            <ac:spMk id="10" creationId="{00000000-0000-0000-0000-000000000000}"/>
          </ac:spMkLst>
        </pc:spChg>
      </pc:sldChg>
      <pc:sldChg chg="modSp mod">
        <pc:chgData name="Waheed Saif" userId="73092cb8-4f27-4865-948a-7ff309744809" providerId="ADAL" clId="{85CE66E5-B346-4DEF-ABFA-BDBBD9216C8E}" dt="2026-08-05T07:12:43.834" v="261" actId="553"/>
        <pc:sldMkLst>
          <pc:docMk/>
          <pc:sldMk cId="0" sldId="261"/>
        </pc:sldMkLst>
        <pc:spChg chg="mod">
          <ac:chgData name="Waheed Saif" userId="73092cb8-4f27-4865-948a-7ff309744809" providerId="ADAL" clId="{85CE66E5-B346-4DEF-ABFA-BDBBD9216C8E}" dt="2026-08-05T07:12:43.834" v="261" actId="553"/>
          <ac:spMkLst>
            <pc:docMk/>
            <pc:sldMk cId="0" sldId="261"/>
            <ac:spMk id="2" creationId="{00000000-0000-0000-0000-000000000000}"/>
          </ac:spMkLst>
        </pc:spChg>
        <pc:spChg chg="mod">
          <ac:chgData name="Waheed Saif" userId="73092cb8-4f27-4865-948a-7ff309744809" providerId="ADAL" clId="{85CE66E5-B346-4DEF-ABFA-BDBBD9216C8E}" dt="2026-08-05T07:12:43.834" v="261" actId="553"/>
          <ac:spMkLst>
            <pc:docMk/>
            <pc:sldMk cId="0" sldId="261"/>
            <ac:spMk id="3" creationId="{00000000-0000-0000-0000-000000000000}"/>
          </ac:spMkLst>
        </pc:spChg>
        <pc:spChg chg="mod">
          <ac:chgData name="Waheed Saif" userId="73092cb8-4f27-4865-948a-7ff309744809" providerId="ADAL" clId="{85CE66E5-B346-4DEF-ABFA-BDBBD9216C8E}" dt="2026-08-05T07:08:45.854" v="73" actId="121"/>
          <ac:spMkLst>
            <pc:docMk/>
            <pc:sldMk cId="0" sldId="261"/>
            <ac:spMk id="5" creationId="{00000000-0000-0000-0000-000000000000}"/>
          </ac:spMkLst>
        </pc:spChg>
        <pc:spChg chg="mod">
          <ac:chgData name="Waheed Saif" userId="73092cb8-4f27-4865-948a-7ff309744809" providerId="ADAL" clId="{85CE66E5-B346-4DEF-ABFA-BDBBD9216C8E}" dt="2026-08-05T07:08:45.854" v="73" actId="121"/>
          <ac:spMkLst>
            <pc:docMk/>
            <pc:sldMk cId="0" sldId="261"/>
            <ac:spMk id="6" creationId="{00000000-0000-0000-0000-000000000000}"/>
          </ac:spMkLst>
        </pc:spChg>
        <pc:graphicFrameChg chg="mod">
          <ac:chgData name="Waheed Saif" userId="73092cb8-4f27-4865-948a-7ff309744809" providerId="ADAL" clId="{85CE66E5-B346-4DEF-ABFA-BDBBD9216C8E}" dt="2026-08-05T07:12:43.834" v="261" actId="553"/>
          <ac:graphicFrameMkLst>
            <pc:docMk/>
            <pc:sldMk cId="0" sldId="261"/>
            <ac:graphicFrameMk id="4" creationId="{00000000-0000-0000-0000-000000000000}"/>
          </ac:graphicFrameMkLst>
        </pc:graphicFrameChg>
      </pc:sldChg>
      <pc:sldChg chg="modSp mod">
        <pc:chgData name="Waheed Saif" userId="73092cb8-4f27-4865-948a-7ff309744809" providerId="ADAL" clId="{85CE66E5-B346-4DEF-ABFA-BDBBD9216C8E}" dt="2026-08-05T07:51:05.686" v="323" actId="20577"/>
        <pc:sldMkLst>
          <pc:docMk/>
          <pc:sldMk cId="0" sldId="262"/>
        </pc:sldMkLst>
        <pc:spChg chg="mod">
          <ac:chgData name="Waheed Saif" userId="73092cb8-4f27-4865-948a-7ff309744809" providerId="ADAL" clId="{85CE66E5-B346-4DEF-ABFA-BDBBD9216C8E}" dt="2026-08-05T07:12:41.023" v="260" actId="553"/>
          <ac:spMkLst>
            <pc:docMk/>
            <pc:sldMk cId="0" sldId="262"/>
            <ac:spMk id="2" creationId="{00000000-0000-0000-0000-000000000000}"/>
          </ac:spMkLst>
        </pc:spChg>
        <pc:spChg chg="mod">
          <ac:chgData name="Waheed Saif" userId="73092cb8-4f27-4865-948a-7ff309744809" providerId="ADAL" clId="{85CE66E5-B346-4DEF-ABFA-BDBBD9216C8E}" dt="2026-08-05T07:51:05.686" v="323" actId="20577"/>
          <ac:spMkLst>
            <pc:docMk/>
            <pc:sldMk cId="0" sldId="262"/>
            <ac:spMk id="3" creationId="{00000000-0000-0000-0000-000000000000}"/>
          </ac:spMkLst>
        </pc:spChg>
        <pc:spChg chg="mod">
          <ac:chgData name="Waheed Saif" userId="73092cb8-4f27-4865-948a-7ff309744809" providerId="ADAL" clId="{85CE66E5-B346-4DEF-ABFA-BDBBD9216C8E}" dt="2026-08-05T07:08:37.947" v="70" actId="121"/>
          <ac:spMkLst>
            <pc:docMk/>
            <pc:sldMk cId="0" sldId="262"/>
            <ac:spMk id="5" creationId="{00000000-0000-0000-0000-000000000000}"/>
          </ac:spMkLst>
        </pc:spChg>
        <pc:spChg chg="mod">
          <ac:chgData name="Waheed Saif" userId="73092cb8-4f27-4865-948a-7ff309744809" providerId="ADAL" clId="{85CE66E5-B346-4DEF-ABFA-BDBBD9216C8E}" dt="2026-08-05T07:08:37.947" v="70" actId="121"/>
          <ac:spMkLst>
            <pc:docMk/>
            <pc:sldMk cId="0" sldId="262"/>
            <ac:spMk id="6" creationId="{00000000-0000-0000-0000-000000000000}"/>
          </ac:spMkLst>
        </pc:spChg>
        <pc:spChg chg="mod">
          <ac:chgData name="Waheed Saif" userId="73092cb8-4f27-4865-948a-7ff309744809" providerId="ADAL" clId="{85CE66E5-B346-4DEF-ABFA-BDBBD9216C8E}" dt="2026-08-05T07:08:37.947" v="70" actId="121"/>
          <ac:spMkLst>
            <pc:docMk/>
            <pc:sldMk cId="0" sldId="262"/>
            <ac:spMk id="7" creationId="{00000000-0000-0000-0000-000000000000}"/>
          </ac:spMkLst>
        </pc:spChg>
        <pc:spChg chg="mod">
          <ac:chgData name="Waheed Saif" userId="73092cb8-4f27-4865-948a-7ff309744809" providerId="ADAL" clId="{85CE66E5-B346-4DEF-ABFA-BDBBD9216C8E}" dt="2026-08-05T07:08:37.947" v="70" actId="121"/>
          <ac:spMkLst>
            <pc:docMk/>
            <pc:sldMk cId="0" sldId="262"/>
            <ac:spMk id="8" creationId="{00000000-0000-0000-0000-000000000000}"/>
          </ac:spMkLst>
        </pc:spChg>
        <pc:graphicFrameChg chg="mod">
          <ac:chgData name="Waheed Saif" userId="73092cb8-4f27-4865-948a-7ff309744809" providerId="ADAL" clId="{85CE66E5-B346-4DEF-ABFA-BDBBD9216C8E}" dt="2026-08-05T07:12:41.023" v="260" actId="553"/>
          <ac:graphicFrameMkLst>
            <pc:docMk/>
            <pc:sldMk cId="0" sldId="262"/>
            <ac:graphicFrameMk id="4" creationId="{00000000-0000-0000-0000-000000000000}"/>
          </ac:graphicFrameMkLst>
        </pc:graphicFrameChg>
      </pc:sldChg>
      <pc:sldChg chg="modSp mod">
        <pc:chgData name="Waheed Saif" userId="73092cb8-4f27-4865-948a-7ff309744809" providerId="ADAL" clId="{85CE66E5-B346-4DEF-ABFA-BDBBD9216C8E}" dt="2026-08-05T07:12:37.880" v="259" actId="553"/>
        <pc:sldMkLst>
          <pc:docMk/>
          <pc:sldMk cId="0" sldId="263"/>
        </pc:sldMkLst>
        <pc:spChg chg="mod">
          <ac:chgData name="Waheed Saif" userId="73092cb8-4f27-4865-948a-7ff309744809" providerId="ADAL" clId="{85CE66E5-B346-4DEF-ABFA-BDBBD9216C8E}" dt="2026-08-05T07:12:37.880" v="259" actId="553"/>
          <ac:spMkLst>
            <pc:docMk/>
            <pc:sldMk cId="0" sldId="263"/>
            <ac:spMk id="2" creationId="{00000000-0000-0000-0000-000000000000}"/>
          </ac:spMkLst>
        </pc:spChg>
        <pc:spChg chg="mod">
          <ac:chgData name="Waheed Saif" userId="73092cb8-4f27-4865-948a-7ff309744809" providerId="ADAL" clId="{85CE66E5-B346-4DEF-ABFA-BDBBD9216C8E}" dt="2026-08-05T07:12:37.880" v="259" actId="553"/>
          <ac:spMkLst>
            <pc:docMk/>
            <pc:sldMk cId="0" sldId="263"/>
            <ac:spMk id="3" creationId="{00000000-0000-0000-0000-000000000000}"/>
          </ac:spMkLst>
        </pc:spChg>
        <pc:spChg chg="mod">
          <ac:chgData name="Waheed Saif" userId="73092cb8-4f27-4865-948a-7ff309744809" providerId="ADAL" clId="{85CE66E5-B346-4DEF-ABFA-BDBBD9216C8E}" dt="2026-08-05T07:08:27.237" v="67" actId="121"/>
          <ac:spMkLst>
            <pc:docMk/>
            <pc:sldMk cId="0" sldId="263"/>
            <ac:spMk id="6" creationId="{00000000-0000-0000-0000-000000000000}"/>
          </ac:spMkLst>
        </pc:spChg>
        <pc:spChg chg="mod">
          <ac:chgData name="Waheed Saif" userId="73092cb8-4f27-4865-948a-7ff309744809" providerId="ADAL" clId="{85CE66E5-B346-4DEF-ABFA-BDBBD9216C8E}" dt="2026-08-05T07:08:27.237" v="67" actId="121"/>
          <ac:spMkLst>
            <pc:docMk/>
            <pc:sldMk cId="0" sldId="263"/>
            <ac:spMk id="7" creationId="{00000000-0000-0000-0000-000000000000}"/>
          </ac:spMkLst>
        </pc:spChg>
        <pc:spChg chg="mod">
          <ac:chgData name="Waheed Saif" userId="73092cb8-4f27-4865-948a-7ff309744809" providerId="ADAL" clId="{85CE66E5-B346-4DEF-ABFA-BDBBD9216C8E}" dt="2026-08-05T07:08:27.237" v="67" actId="121"/>
          <ac:spMkLst>
            <pc:docMk/>
            <pc:sldMk cId="0" sldId="263"/>
            <ac:spMk id="8" creationId="{00000000-0000-0000-0000-000000000000}"/>
          </ac:spMkLst>
        </pc:spChg>
        <pc:graphicFrameChg chg="mod">
          <ac:chgData name="Waheed Saif" userId="73092cb8-4f27-4865-948a-7ff309744809" providerId="ADAL" clId="{85CE66E5-B346-4DEF-ABFA-BDBBD9216C8E}" dt="2026-08-05T07:08:24.980" v="66" actId="782"/>
          <ac:graphicFrameMkLst>
            <pc:docMk/>
            <pc:sldMk cId="0" sldId="263"/>
            <ac:graphicFrameMk id="4" creationId="{00000000-0000-0000-0000-000000000000}"/>
          </ac:graphicFrameMkLst>
        </pc:graphicFrameChg>
        <pc:graphicFrameChg chg="mod">
          <ac:chgData name="Waheed Saif" userId="73092cb8-4f27-4865-948a-7ff309744809" providerId="ADAL" clId="{85CE66E5-B346-4DEF-ABFA-BDBBD9216C8E}" dt="2026-08-05T07:12:37.880" v="259" actId="553"/>
          <ac:graphicFrameMkLst>
            <pc:docMk/>
            <pc:sldMk cId="0" sldId="263"/>
            <ac:graphicFrameMk id="9" creationId="{00000000-0000-0000-0000-000000000000}"/>
          </ac:graphicFrameMkLst>
        </pc:graphicFrameChg>
      </pc:sldChg>
      <pc:sldChg chg="modSp mod">
        <pc:chgData name="Waheed Saif" userId="73092cb8-4f27-4865-948a-7ff309744809" providerId="ADAL" clId="{85CE66E5-B346-4DEF-ABFA-BDBBD9216C8E}" dt="2026-08-05T07:53:32.445" v="338" actId="782"/>
        <pc:sldMkLst>
          <pc:docMk/>
          <pc:sldMk cId="0" sldId="264"/>
        </pc:sldMkLst>
        <pc:spChg chg="mod">
          <ac:chgData name="Waheed Saif" userId="73092cb8-4f27-4865-948a-7ff309744809" providerId="ADAL" clId="{85CE66E5-B346-4DEF-ABFA-BDBBD9216C8E}" dt="2026-08-05T07:12:34.349" v="258" actId="553"/>
          <ac:spMkLst>
            <pc:docMk/>
            <pc:sldMk cId="0" sldId="264"/>
            <ac:spMk id="2" creationId="{00000000-0000-0000-0000-000000000000}"/>
          </ac:spMkLst>
        </pc:spChg>
        <pc:spChg chg="mod">
          <ac:chgData name="Waheed Saif" userId="73092cb8-4f27-4865-948a-7ff309744809" providerId="ADAL" clId="{85CE66E5-B346-4DEF-ABFA-BDBBD9216C8E}" dt="2026-08-05T07:12:34.349" v="258" actId="553"/>
          <ac:spMkLst>
            <pc:docMk/>
            <pc:sldMk cId="0" sldId="264"/>
            <ac:spMk id="3" creationId="{00000000-0000-0000-0000-000000000000}"/>
          </ac:spMkLst>
        </pc:spChg>
        <pc:spChg chg="mod">
          <ac:chgData name="Waheed Saif" userId="73092cb8-4f27-4865-948a-7ff309744809" providerId="ADAL" clId="{85CE66E5-B346-4DEF-ABFA-BDBBD9216C8E}" dt="2026-08-05T07:12:34.349" v="258" actId="553"/>
          <ac:spMkLst>
            <pc:docMk/>
            <pc:sldMk cId="0" sldId="264"/>
            <ac:spMk id="5" creationId="{00000000-0000-0000-0000-000000000000}"/>
          </ac:spMkLst>
        </pc:spChg>
        <pc:spChg chg="mod">
          <ac:chgData name="Waheed Saif" userId="73092cb8-4f27-4865-948a-7ff309744809" providerId="ADAL" clId="{85CE66E5-B346-4DEF-ABFA-BDBBD9216C8E}" dt="2026-08-05T07:08:18.953" v="64" actId="121"/>
          <ac:spMkLst>
            <pc:docMk/>
            <pc:sldMk cId="0" sldId="264"/>
            <ac:spMk id="6" creationId="{00000000-0000-0000-0000-000000000000}"/>
          </ac:spMkLst>
        </pc:spChg>
        <pc:spChg chg="mod">
          <ac:chgData name="Waheed Saif" userId="73092cb8-4f27-4865-948a-7ff309744809" providerId="ADAL" clId="{85CE66E5-B346-4DEF-ABFA-BDBBD9216C8E}" dt="2026-08-05T07:08:18.953" v="64" actId="121"/>
          <ac:spMkLst>
            <pc:docMk/>
            <pc:sldMk cId="0" sldId="264"/>
            <ac:spMk id="7" creationId="{00000000-0000-0000-0000-000000000000}"/>
          </ac:spMkLst>
        </pc:spChg>
        <pc:spChg chg="mod">
          <ac:chgData name="Waheed Saif" userId="73092cb8-4f27-4865-948a-7ff309744809" providerId="ADAL" clId="{85CE66E5-B346-4DEF-ABFA-BDBBD9216C8E}" dt="2026-08-05T07:08:18.953" v="64" actId="121"/>
          <ac:spMkLst>
            <pc:docMk/>
            <pc:sldMk cId="0" sldId="264"/>
            <ac:spMk id="8" creationId="{00000000-0000-0000-0000-000000000000}"/>
          </ac:spMkLst>
        </pc:spChg>
        <pc:spChg chg="mod">
          <ac:chgData name="Waheed Saif" userId="73092cb8-4f27-4865-948a-7ff309744809" providerId="ADAL" clId="{85CE66E5-B346-4DEF-ABFA-BDBBD9216C8E}" dt="2026-08-05T07:08:18.953" v="64" actId="121"/>
          <ac:spMkLst>
            <pc:docMk/>
            <pc:sldMk cId="0" sldId="264"/>
            <ac:spMk id="9" creationId="{00000000-0000-0000-0000-000000000000}"/>
          </ac:spMkLst>
        </pc:spChg>
        <pc:spChg chg="mod">
          <ac:chgData name="Waheed Saif" userId="73092cb8-4f27-4865-948a-7ff309744809" providerId="ADAL" clId="{85CE66E5-B346-4DEF-ABFA-BDBBD9216C8E}" dt="2026-08-05T07:08:18.953" v="64" actId="121"/>
          <ac:spMkLst>
            <pc:docMk/>
            <pc:sldMk cId="0" sldId="264"/>
            <ac:spMk id="10" creationId="{00000000-0000-0000-0000-000000000000}"/>
          </ac:spMkLst>
        </pc:spChg>
        <pc:spChg chg="mod">
          <ac:chgData name="Waheed Saif" userId="73092cb8-4f27-4865-948a-7ff309744809" providerId="ADAL" clId="{85CE66E5-B346-4DEF-ABFA-BDBBD9216C8E}" dt="2026-08-05T07:08:18.953" v="64" actId="121"/>
          <ac:spMkLst>
            <pc:docMk/>
            <pc:sldMk cId="0" sldId="264"/>
            <ac:spMk id="11" creationId="{00000000-0000-0000-0000-000000000000}"/>
          </ac:spMkLst>
        </pc:spChg>
        <pc:spChg chg="mod">
          <ac:chgData name="Waheed Saif" userId="73092cb8-4f27-4865-948a-7ff309744809" providerId="ADAL" clId="{85CE66E5-B346-4DEF-ABFA-BDBBD9216C8E}" dt="2026-08-05T07:08:18.953" v="64" actId="121"/>
          <ac:spMkLst>
            <pc:docMk/>
            <pc:sldMk cId="0" sldId="264"/>
            <ac:spMk id="12" creationId="{00000000-0000-0000-0000-000000000000}"/>
          </ac:spMkLst>
        </pc:spChg>
        <pc:graphicFrameChg chg="mod">
          <ac:chgData name="Waheed Saif" userId="73092cb8-4f27-4865-948a-7ff309744809" providerId="ADAL" clId="{85CE66E5-B346-4DEF-ABFA-BDBBD9216C8E}" dt="2026-08-05T07:53:32.445" v="338" actId="782"/>
          <ac:graphicFrameMkLst>
            <pc:docMk/>
            <pc:sldMk cId="0" sldId="264"/>
            <ac:graphicFrameMk id="4" creationId="{00000000-0000-0000-0000-000000000000}"/>
          </ac:graphicFrameMkLst>
        </pc:graphicFrameChg>
      </pc:sldChg>
      <pc:sldChg chg="modSp mod">
        <pc:chgData name="Waheed Saif" userId="73092cb8-4f27-4865-948a-7ff309744809" providerId="ADAL" clId="{85CE66E5-B346-4DEF-ABFA-BDBBD9216C8E}" dt="2026-08-05T07:51:23.048" v="325" actId="20577"/>
        <pc:sldMkLst>
          <pc:docMk/>
          <pc:sldMk cId="0" sldId="265"/>
        </pc:sldMkLst>
        <pc:spChg chg="mod">
          <ac:chgData name="Waheed Saif" userId="73092cb8-4f27-4865-948a-7ff309744809" providerId="ADAL" clId="{85CE66E5-B346-4DEF-ABFA-BDBBD9216C8E}" dt="2026-08-05T07:12:31.360" v="257" actId="553"/>
          <ac:spMkLst>
            <pc:docMk/>
            <pc:sldMk cId="0" sldId="265"/>
            <ac:spMk id="2" creationId="{00000000-0000-0000-0000-000000000000}"/>
          </ac:spMkLst>
        </pc:spChg>
        <pc:spChg chg="mod">
          <ac:chgData name="Waheed Saif" userId="73092cb8-4f27-4865-948a-7ff309744809" providerId="ADAL" clId="{85CE66E5-B346-4DEF-ABFA-BDBBD9216C8E}" dt="2026-08-05T07:51:23.048" v="325" actId="20577"/>
          <ac:spMkLst>
            <pc:docMk/>
            <pc:sldMk cId="0" sldId="265"/>
            <ac:spMk id="3" creationId="{00000000-0000-0000-0000-000000000000}"/>
          </ac:spMkLst>
        </pc:spChg>
        <pc:spChg chg="mod">
          <ac:chgData name="Waheed Saif" userId="73092cb8-4f27-4865-948a-7ff309744809" providerId="ADAL" clId="{85CE66E5-B346-4DEF-ABFA-BDBBD9216C8E}" dt="2026-08-05T07:13:40.729" v="297" actId="122"/>
          <ac:spMkLst>
            <pc:docMk/>
            <pc:sldMk cId="0" sldId="265"/>
            <ac:spMk id="8" creationId="{00000000-0000-0000-0000-000000000000}"/>
          </ac:spMkLst>
        </pc:spChg>
        <pc:spChg chg="mod">
          <ac:chgData name="Waheed Saif" userId="73092cb8-4f27-4865-948a-7ff309744809" providerId="ADAL" clId="{85CE66E5-B346-4DEF-ABFA-BDBBD9216C8E}" dt="2026-08-05T07:13:40.729" v="297" actId="122"/>
          <ac:spMkLst>
            <pc:docMk/>
            <pc:sldMk cId="0" sldId="265"/>
            <ac:spMk id="9" creationId="{00000000-0000-0000-0000-000000000000}"/>
          </ac:spMkLst>
        </pc:spChg>
        <pc:spChg chg="mod">
          <ac:chgData name="Waheed Saif" userId="73092cb8-4f27-4865-948a-7ff309744809" providerId="ADAL" clId="{85CE66E5-B346-4DEF-ABFA-BDBBD9216C8E}" dt="2026-08-05T07:13:40.729" v="297" actId="122"/>
          <ac:spMkLst>
            <pc:docMk/>
            <pc:sldMk cId="0" sldId="265"/>
            <ac:spMk id="10" creationId="{00000000-0000-0000-0000-000000000000}"/>
          </ac:spMkLst>
        </pc:spChg>
        <pc:spChg chg="mod">
          <ac:chgData name="Waheed Saif" userId="73092cb8-4f27-4865-948a-7ff309744809" providerId="ADAL" clId="{85CE66E5-B346-4DEF-ABFA-BDBBD9216C8E}" dt="2026-08-05T07:13:40.729" v="297" actId="122"/>
          <ac:spMkLst>
            <pc:docMk/>
            <pc:sldMk cId="0" sldId="265"/>
            <ac:spMk id="12" creationId="{00000000-0000-0000-0000-000000000000}"/>
          </ac:spMkLst>
        </pc:spChg>
        <pc:spChg chg="mod">
          <ac:chgData name="Waheed Saif" userId="73092cb8-4f27-4865-948a-7ff309744809" providerId="ADAL" clId="{85CE66E5-B346-4DEF-ABFA-BDBBD9216C8E}" dt="2026-08-05T07:13:40.729" v="297" actId="122"/>
          <ac:spMkLst>
            <pc:docMk/>
            <pc:sldMk cId="0" sldId="265"/>
            <ac:spMk id="13" creationId="{00000000-0000-0000-0000-000000000000}"/>
          </ac:spMkLst>
        </pc:spChg>
        <pc:spChg chg="mod">
          <ac:chgData name="Waheed Saif" userId="73092cb8-4f27-4865-948a-7ff309744809" providerId="ADAL" clId="{85CE66E5-B346-4DEF-ABFA-BDBBD9216C8E}" dt="2026-08-05T07:13:40.729" v="297" actId="122"/>
          <ac:spMkLst>
            <pc:docMk/>
            <pc:sldMk cId="0" sldId="265"/>
            <ac:spMk id="16" creationId="{00000000-0000-0000-0000-000000000000}"/>
          </ac:spMkLst>
        </pc:spChg>
        <pc:spChg chg="mod">
          <ac:chgData name="Waheed Saif" userId="73092cb8-4f27-4865-948a-7ff309744809" providerId="ADAL" clId="{85CE66E5-B346-4DEF-ABFA-BDBBD9216C8E}" dt="2026-08-05T07:13:40.729" v="297" actId="122"/>
          <ac:spMkLst>
            <pc:docMk/>
            <pc:sldMk cId="0" sldId="265"/>
            <ac:spMk id="20" creationId="{00000000-0000-0000-0000-000000000000}"/>
          </ac:spMkLst>
        </pc:spChg>
        <pc:spChg chg="mod">
          <ac:chgData name="Waheed Saif" userId="73092cb8-4f27-4865-948a-7ff309744809" providerId="ADAL" clId="{85CE66E5-B346-4DEF-ABFA-BDBBD9216C8E}" dt="2026-08-05T07:13:40.729" v="297" actId="122"/>
          <ac:spMkLst>
            <pc:docMk/>
            <pc:sldMk cId="0" sldId="265"/>
            <ac:spMk id="21" creationId="{00000000-0000-0000-0000-000000000000}"/>
          </ac:spMkLst>
        </pc:spChg>
        <pc:spChg chg="mod">
          <ac:chgData name="Waheed Saif" userId="73092cb8-4f27-4865-948a-7ff309744809" providerId="ADAL" clId="{85CE66E5-B346-4DEF-ABFA-BDBBD9216C8E}" dt="2026-08-05T07:13:40.729" v="297" actId="122"/>
          <ac:spMkLst>
            <pc:docMk/>
            <pc:sldMk cId="0" sldId="265"/>
            <ac:spMk id="25" creationId="{00000000-0000-0000-0000-000000000000}"/>
          </ac:spMkLst>
        </pc:spChg>
        <pc:spChg chg="mod">
          <ac:chgData name="Waheed Saif" userId="73092cb8-4f27-4865-948a-7ff309744809" providerId="ADAL" clId="{85CE66E5-B346-4DEF-ABFA-BDBBD9216C8E}" dt="2026-08-05T07:13:40.729" v="297" actId="122"/>
          <ac:spMkLst>
            <pc:docMk/>
            <pc:sldMk cId="0" sldId="265"/>
            <ac:spMk id="27" creationId="{00000000-0000-0000-0000-000000000000}"/>
          </ac:spMkLst>
        </pc:spChg>
        <pc:spChg chg="mod">
          <ac:chgData name="Waheed Saif" userId="73092cb8-4f27-4865-948a-7ff309744809" providerId="ADAL" clId="{85CE66E5-B346-4DEF-ABFA-BDBBD9216C8E}" dt="2026-08-05T07:08:09.823" v="61" actId="2711"/>
          <ac:spMkLst>
            <pc:docMk/>
            <pc:sldMk cId="0" sldId="265"/>
            <ac:spMk id="28" creationId="{00000000-0000-0000-0000-000000000000}"/>
          </ac:spMkLst>
        </pc:spChg>
        <pc:spChg chg="mod">
          <ac:chgData name="Waheed Saif" userId="73092cb8-4f27-4865-948a-7ff309744809" providerId="ADAL" clId="{85CE66E5-B346-4DEF-ABFA-BDBBD9216C8E}" dt="2026-08-05T07:08:09.823" v="61" actId="2711"/>
          <ac:spMkLst>
            <pc:docMk/>
            <pc:sldMk cId="0" sldId="265"/>
            <ac:spMk id="29" creationId="{00000000-0000-0000-0000-000000000000}"/>
          </ac:spMkLst>
        </pc:spChg>
      </pc:sldChg>
      <pc:sldChg chg="modSp mod">
        <pc:chgData name="Waheed Saif" userId="73092cb8-4f27-4865-948a-7ff309744809" providerId="ADAL" clId="{85CE66E5-B346-4DEF-ABFA-BDBBD9216C8E}" dt="2026-08-05T07:12:27.865" v="256" actId="553"/>
        <pc:sldMkLst>
          <pc:docMk/>
          <pc:sldMk cId="0" sldId="266"/>
        </pc:sldMkLst>
        <pc:spChg chg="mod">
          <ac:chgData name="Waheed Saif" userId="73092cb8-4f27-4865-948a-7ff309744809" providerId="ADAL" clId="{85CE66E5-B346-4DEF-ABFA-BDBBD9216C8E}" dt="2026-08-05T07:12:27.865" v="256" actId="553"/>
          <ac:spMkLst>
            <pc:docMk/>
            <pc:sldMk cId="0" sldId="266"/>
            <ac:spMk id="2" creationId="{00000000-0000-0000-0000-000000000000}"/>
          </ac:spMkLst>
        </pc:spChg>
        <pc:spChg chg="mod">
          <ac:chgData name="Waheed Saif" userId="73092cb8-4f27-4865-948a-7ff309744809" providerId="ADAL" clId="{85CE66E5-B346-4DEF-ABFA-BDBBD9216C8E}" dt="2026-08-05T07:12:27.865" v="256" actId="553"/>
          <ac:spMkLst>
            <pc:docMk/>
            <pc:sldMk cId="0" sldId="266"/>
            <ac:spMk id="3" creationId="{00000000-0000-0000-0000-000000000000}"/>
          </ac:spMkLst>
        </pc:spChg>
        <pc:spChg chg="mod">
          <ac:chgData name="Waheed Saif" userId="73092cb8-4f27-4865-948a-7ff309744809" providerId="ADAL" clId="{85CE66E5-B346-4DEF-ABFA-BDBBD9216C8E}" dt="2026-08-05T07:12:27.865" v="256" actId="553"/>
          <ac:spMkLst>
            <pc:docMk/>
            <pc:sldMk cId="0" sldId="266"/>
            <ac:spMk id="5" creationId="{00000000-0000-0000-0000-000000000000}"/>
          </ac:spMkLst>
        </pc:spChg>
        <pc:spChg chg="mod">
          <ac:chgData name="Waheed Saif" userId="73092cb8-4f27-4865-948a-7ff309744809" providerId="ADAL" clId="{85CE66E5-B346-4DEF-ABFA-BDBBD9216C8E}" dt="2026-08-05T07:08:02.053" v="58" actId="121"/>
          <ac:spMkLst>
            <pc:docMk/>
            <pc:sldMk cId="0" sldId="266"/>
            <ac:spMk id="6" creationId="{00000000-0000-0000-0000-000000000000}"/>
          </ac:spMkLst>
        </pc:spChg>
        <pc:spChg chg="mod">
          <ac:chgData name="Waheed Saif" userId="73092cb8-4f27-4865-948a-7ff309744809" providerId="ADAL" clId="{85CE66E5-B346-4DEF-ABFA-BDBBD9216C8E}" dt="2026-08-05T07:08:02.053" v="58" actId="121"/>
          <ac:spMkLst>
            <pc:docMk/>
            <pc:sldMk cId="0" sldId="266"/>
            <ac:spMk id="7" creationId="{00000000-0000-0000-0000-000000000000}"/>
          </ac:spMkLst>
        </pc:spChg>
        <pc:spChg chg="mod">
          <ac:chgData name="Waheed Saif" userId="73092cb8-4f27-4865-948a-7ff309744809" providerId="ADAL" clId="{85CE66E5-B346-4DEF-ABFA-BDBBD9216C8E}" dt="2026-08-05T07:08:02.053" v="58" actId="121"/>
          <ac:spMkLst>
            <pc:docMk/>
            <pc:sldMk cId="0" sldId="266"/>
            <ac:spMk id="8" creationId="{00000000-0000-0000-0000-000000000000}"/>
          </ac:spMkLst>
        </pc:spChg>
        <pc:spChg chg="mod">
          <ac:chgData name="Waheed Saif" userId="73092cb8-4f27-4865-948a-7ff309744809" providerId="ADAL" clId="{85CE66E5-B346-4DEF-ABFA-BDBBD9216C8E}" dt="2026-08-05T07:08:02.053" v="58" actId="121"/>
          <ac:spMkLst>
            <pc:docMk/>
            <pc:sldMk cId="0" sldId="266"/>
            <ac:spMk id="9" creationId="{00000000-0000-0000-0000-000000000000}"/>
          </ac:spMkLst>
        </pc:spChg>
        <pc:spChg chg="mod">
          <ac:chgData name="Waheed Saif" userId="73092cb8-4f27-4865-948a-7ff309744809" providerId="ADAL" clId="{85CE66E5-B346-4DEF-ABFA-BDBBD9216C8E}" dt="2026-08-05T07:08:02.053" v="58" actId="121"/>
          <ac:spMkLst>
            <pc:docMk/>
            <pc:sldMk cId="0" sldId="266"/>
            <ac:spMk id="11" creationId="{00000000-0000-0000-0000-000000000000}"/>
          </ac:spMkLst>
        </pc:spChg>
        <pc:spChg chg="mod">
          <ac:chgData name="Waheed Saif" userId="73092cb8-4f27-4865-948a-7ff309744809" providerId="ADAL" clId="{85CE66E5-B346-4DEF-ABFA-BDBBD9216C8E}" dt="2026-08-05T07:08:02.053" v="58" actId="121"/>
          <ac:spMkLst>
            <pc:docMk/>
            <pc:sldMk cId="0" sldId="266"/>
            <ac:spMk id="12" creationId="{00000000-0000-0000-0000-000000000000}"/>
          </ac:spMkLst>
        </pc:spChg>
        <pc:spChg chg="mod">
          <ac:chgData name="Waheed Saif" userId="73092cb8-4f27-4865-948a-7ff309744809" providerId="ADAL" clId="{85CE66E5-B346-4DEF-ABFA-BDBBD9216C8E}" dt="2026-08-05T07:08:02.053" v="58" actId="121"/>
          <ac:spMkLst>
            <pc:docMk/>
            <pc:sldMk cId="0" sldId="266"/>
            <ac:spMk id="13" creationId="{00000000-0000-0000-0000-000000000000}"/>
          </ac:spMkLst>
        </pc:spChg>
        <pc:spChg chg="mod">
          <ac:chgData name="Waheed Saif" userId="73092cb8-4f27-4865-948a-7ff309744809" providerId="ADAL" clId="{85CE66E5-B346-4DEF-ABFA-BDBBD9216C8E}" dt="2026-08-05T07:08:02.053" v="58" actId="121"/>
          <ac:spMkLst>
            <pc:docMk/>
            <pc:sldMk cId="0" sldId="266"/>
            <ac:spMk id="14" creationId="{00000000-0000-0000-0000-000000000000}"/>
          </ac:spMkLst>
        </pc:spChg>
        <pc:spChg chg="mod">
          <ac:chgData name="Waheed Saif" userId="73092cb8-4f27-4865-948a-7ff309744809" providerId="ADAL" clId="{85CE66E5-B346-4DEF-ABFA-BDBBD9216C8E}" dt="2026-08-05T07:08:02.053" v="58" actId="121"/>
          <ac:spMkLst>
            <pc:docMk/>
            <pc:sldMk cId="0" sldId="266"/>
            <ac:spMk id="15" creationId="{00000000-0000-0000-0000-000000000000}"/>
          </ac:spMkLst>
        </pc:spChg>
      </pc:sldChg>
      <pc:sldChg chg="modSp mod">
        <pc:chgData name="Waheed Saif" userId="73092cb8-4f27-4865-948a-7ff309744809" providerId="ADAL" clId="{85CE66E5-B346-4DEF-ABFA-BDBBD9216C8E}" dt="2026-08-05T07:51:45.414" v="329" actId="20577"/>
        <pc:sldMkLst>
          <pc:docMk/>
          <pc:sldMk cId="0" sldId="267"/>
        </pc:sldMkLst>
        <pc:spChg chg="mod">
          <ac:chgData name="Waheed Saif" userId="73092cb8-4f27-4865-948a-7ff309744809" providerId="ADAL" clId="{85CE66E5-B346-4DEF-ABFA-BDBBD9216C8E}" dt="2026-08-05T07:07:46.352" v="55" actId="2711"/>
          <ac:spMkLst>
            <pc:docMk/>
            <pc:sldMk cId="0" sldId="267"/>
            <ac:spMk id="5" creationId="{00000000-0000-0000-0000-000000000000}"/>
          </ac:spMkLst>
        </pc:spChg>
        <pc:spChg chg="mod">
          <ac:chgData name="Waheed Saif" userId="73092cb8-4f27-4865-948a-7ff309744809" providerId="ADAL" clId="{85CE66E5-B346-4DEF-ABFA-BDBBD9216C8E}" dt="2026-08-05T07:13:55.365" v="298" actId="782"/>
          <ac:spMkLst>
            <pc:docMk/>
            <pc:sldMk cId="0" sldId="267"/>
            <ac:spMk id="6" creationId="{00000000-0000-0000-0000-000000000000}"/>
          </ac:spMkLst>
        </pc:spChg>
        <pc:spChg chg="mod">
          <ac:chgData name="Waheed Saif" userId="73092cb8-4f27-4865-948a-7ff309744809" providerId="ADAL" clId="{85CE66E5-B346-4DEF-ABFA-BDBBD9216C8E}" dt="2026-08-05T07:13:55.365" v="298" actId="782"/>
          <ac:spMkLst>
            <pc:docMk/>
            <pc:sldMk cId="0" sldId="267"/>
            <ac:spMk id="7" creationId="{00000000-0000-0000-0000-000000000000}"/>
          </ac:spMkLst>
        </pc:spChg>
        <pc:spChg chg="mod">
          <ac:chgData name="Waheed Saif" userId="73092cb8-4f27-4865-948a-7ff309744809" providerId="ADAL" clId="{85CE66E5-B346-4DEF-ABFA-BDBBD9216C8E}" dt="2026-08-05T07:51:45.414" v="329" actId="20577"/>
          <ac:spMkLst>
            <pc:docMk/>
            <pc:sldMk cId="0" sldId="267"/>
            <ac:spMk id="9" creationId="{00000000-0000-0000-0000-000000000000}"/>
          </ac:spMkLst>
        </pc:spChg>
        <pc:spChg chg="mod">
          <ac:chgData name="Waheed Saif" userId="73092cb8-4f27-4865-948a-7ff309744809" providerId="ADAL" clId="{85CE66E5-B346-4DEF-ABFA-BDBBD9216C8E}" dt="2026-08-05T07:14:21.786" v="304" actId="20577"/>
          <ac:spMkLst>
            <pc:docMk/>
            <pc:sldMk cId="0" sldId="267"/>
            <ac:spMk id="10" creationId="{00000000-0000-0000-0000-000000000000}"/>
          </ac:spMkLst>
        </pc:spChg>
        <pc:spChg chg="mod">
          <ac:chgData name="Waheed Saif" userId="73092cb8-4f27-4865-948a-7ff309744809" providerId="ADAL" clId="{85CE66E5-B346-4DEF-ABFA-BDBBD9216C8E}" dt="2026-08-05T07:07:46.352" v="55" actId="2711"/>
          <ac:spMkLst>
            <pc:docMk/>
            <pc:sldMk cId="0" sldId="267"/>
            <ac:spMk id="11" creationId="{00000000-0000-0000-0000-000000000000}"/>
          </ac:spMkLst>
        </pc:spChg>
        <pc:spChg chg="mod">
          <ac:chgData name="Waheed Saif" userId="73092cb8-4f27-4865-948a-7ff309744809" providerId="ADAL" clId="{85CE66E5-B346-4DEF-ABFA-BDBBD9216C8E}" dt="2026-08-05T07:07:46.352" v="55" actId="2711"/>
          <ac:spMkLst>
            <pc:docMk/>
            <pc:sldMk cId="0" sldId="267"/>
            <ac:spMk id="12" creationId="{00000000-0000-0000-0000-000000000000}"/>
          </ac:spMkLst>
        </pc:spChg>
        <pc:spChg chg="mod">
          <ac:chgData name="Waheed Saif" userId="73092cb8-4f27-4865-948a-7ff309744809" providerId="ADAL" clId="{85CE66E5-B346-4DEF-ABFA-BDBBD9216C8E}" dt="2026-08-05T07:07:46.352" v="55" actId="2711"/>
          <ac:spMkLst>
            <pc:docMk/>
            <pc:sldMk cId="0" sldId="267"/>
            <ac:spMk id="14" creationId="{00000000-0000-0000-0000-000000000000}"/>
          </ac:spMkLst>
        </pc:spChg>
        <pc:spChg chg="mod">
          <ac:chgData name="Waheed Saif" userId="73092cb8-4f27-4865-948a-7ff309744809" providerId="ADAL" clId="{85CE66E5-B346-4DEF-ABFA-BDBBD9216C8E}" dt="2026-08-05T07:07:46.352" v="55" actId="2711"/>
          <ac:spMkLst>
            <pc:docMk/>
            <pc:sldMk cId="0" sldId="267"/>
            <ac:spMk id="15" creationId="{00000000-0000-0000-0000-000000000000}"/>
          </ac:spMkLst>
        </pc:spChg>
        <pc:spChg chg="mod">
          <ac:chgData name="Waheed Saif" userId="73092cb8-4f27-4865-948a-7ff309744809" providerId="ADAL" clId="{85CE66E5-B346-4DEF-ABFA-BDBBD9216C8E}" dt="2026-08-05T07:07:46.352" v="55" actId="2711"/>
          <ac:spMkLst>
            <pc:docMk/>
            <pc:sldMk cId="0" sldId="267"/>
            <ac:spMk id="16" creationId="{00000000-0000-0000-0000-000000000000}"/>
          </ac:spMkLst>
        </pc:spChg>
      </pc:sldChg>
      <pc:sldChg chg="modSp mod">
        <pc:chgData name="Waheed Saif" userId="73092cb8-4f27-4865-948a-7ff309744809" providerId="ADAL" clId="{85CE66E5-B346-4DEF-ABFA-BDBBD9216C8E}" dt="2026-08-05T07:51:58.660" v="331" actId="20577"/>
        <pc:sldMkLst>
          <pc:docMk/>
          <pc:sldMk cId="0" sldId="268"/>
        </pc:sldMkLst>
        <pc:spChg chg="mod">
          <ac:chgData name="Waheed Saif" userId="73092cb8-4f27-4865-948a-7ff309744809" providerId="ADAL" clId="{85CE66E5-B346-4DEF-ABFA-BDBBD9216C8E}" dt="2026-08-05T07:12:22.558" v="255" actId="553"/>
          <ac:spMkLst>
            <pc:docMk/>
            <pc:sldMk cId="0" sldId="268"/>
            <ac:spMk id="2" creationId="{00000000-0000-0000-0000-000000000000}"/>
          </ac:spMkLst>
        </pc:spChg>
        <pc:spChg chg="mod">
          <ac:chgData name="Waheed Saif" userId="73092cb8-4f27-4865-948a-7ff309744809" providerId="ADAL" clId="{85CE66E5-B346-4DEF-ABFA-BDBBD9216C8E}" dt="2026-08-05T07:12:22.558" v="255" actId="553"/>
          <ac:spMkLst>
            <pc:docMk/>
            <pc:sldMk cId="0" sldId="268"/>
            <ac:spMk id="3" creationId="{00000000-0000-0000-0000-000000000000}"/>
          </ac:spMkLst>
        </pc:spChg>
        <pc:spChg chg="mod">
          <ac:chgData name="Waheed Saif" userId="73092cb8-4f27-4865-948a-7ff309744809" providerId="ADAL" clId="{85CE66E5-B346-4DEF-ABFA-BDBBD9216C8E}" dt="2026-08-05T07:07:38.563" v="52" actId="2711"/>
          <ac:spMkLst>
            <pc:docMk/>
            <pc:sldMk cId="0" sldId="268"/>
            <ac:spMk id="4" creationId="{00000000-0000-0000-0000-000000000000}"/>
          </ac:spMkLst>
        </pc:spChg>
        <pc:spChg chg="mod">
          <ac:chgData name="Waheed Saif" userId="73092cb8-4f27-4865-948a-7ff309744809" providerId="ADAL" clId="{85CE66E5-B346-4DEF-ABFA-BDBBD9216C8E}" dt="2026-08-05T07:07:38.563" v="52" actId="2711"/>
          <ac:spMkLst>
            <pc:docMk/>
            <pc:sldMk cId="0" sldId="268"/>
            <ac:spMk id="5" creationId="{00000000-0000-0000-0000-000000000000}"/>
          </ac:spMkLst>
        </pc:spChg>
        <pc:spChg chg="mod">
          <ac:chgData name="Waheed Saif" userId="73092cb8-4f27-4865-948a-7ff309744809" providerId="ADAL" clId="{85CE66E5-B346-4DEF-ABFA-BDBBD9216C8E}" dt="2026-08-05T07:12:22.558" v="255" actId="553"/>
          <ac:spMkLst>
            <pc:docMk/>
            <pc:sldMk cId="0" sldId="268"/>
            <ac:spMk id="7" creationId="{00000000-0000-0000-0000-000000000000}"/>
          </ac:spMkLst>
        </pc:spChg>
        <pc:spChg chg="mod">
          <ac:chgData name="Waheed Saif" userId="73092cb8-4f27-4865-948a-7ff309744809" providerId="ADAL" clId="{85CE66E5-B346-4DEF-ABFA-BDBBD9216C8E}" dt="2026-08-05T07:07:38.563" v="52" actId="2711"/>
          <ac:spMkLst>
            <pc:docMk/>
            <pc:sldMk cId="0" sldId="268"/>
            <ac:spMk id="11" creationId="{00000000-0000-0000-0000-000000000000}"/>
          </ac:spMkLst>
        </pc:spChg>
        <pc:spChg chg="mod">
          <ac:chgData name="Waheed Saif" userId="73092cb8-4f27-4865-948a-7ff309744809" providerId="ADAL" clId="{85CE66E5-B346-4DEF-ABFA-BDBBD9216C8E}" dt="2026-08-05T07:07:38.563" v="52" actId="2711"/>
          <ac:spMkLst>
            <pc:docMk/>
            <pc:sldMk cId="0" sldId="268"/>
            <ac:spMk id="12" creationId="{00000000-0000-0000-0000-000000000000}"/>
          </ac:spMkLst>
        </pc:spChg>
        <pc:spChg chg="mod">
          <ac:chgData name="Waheed Saif" userId="73092cb8-4f27-4865-948a-7ff309744809" providerId="ADAL" clId="{85CE66E5-B346-4DEF-ABFA-BDBBD9216C8E}" dt="2026-08-05T07:07:38.563" v="52" actId="2711"/>
          <ac:spMkLst>
            <pc:docMk/>
            <pc:sldMk cId="0" sldId="268"/>
            <ac:spMk id="13" creationId="{00000000-0000-0000-0000-000000000000}"/>
          </ac:spMkLst>
        </pc:spChg>
        <pc:spChg chg="mod">
          <ac:chgData name="Waheed Saif" userId="73092cb8-4f27-4865-948a-7ff309744809" providerId="ADAL" clId="{85CE66E5-B346-4DEF-ABFA-BDBBD9216C8E}" dt="2026-08-05T07:51:58.660" v="331" actId="20577"/>
          <ac:spMkLst>
            <pc:docMk/>
            <pc:sldMk cId="0" sldId="268"/>
            <ac:spMk id="14" creationId="{00000000-0000-0000-0000-000000000000}"/>
          </ac:spMkLst>
        </pc:spChg>
        <pc:spChg chg="mod">
          <ac:chgData name="Waheed Saif" userId="73092cb8-4f27-4865-948a-7ff309744809" providerId="ADAL" clId="{85CE66E5-B346-4DEF-ABFA-BDBBD9216C8E}" dt="2026-08-05T07:07:38.563" v="52" actId="2711"/>
          <ac:spMkLst>
            <pc:docMk/>
            <pc:sldMk cId="0" sldId="268"/>
            <ac:spMk id="16" creationId="{00000000-0000-0000-0000-000000000000}"/>
          </ac:spMkLst>
        </pc:spChg>
        <pc:spChg chg="mod">
          <ac:chgData name="Waheed Saif" userId="73092cb8-4f27-4865-948a-7ff309744809" providerId="ADAL" clId="{85CE66E5-B346-4DEF-ABFA-BDBBD9216C8E}" dt="2026-08-05T07:07:38.563" v="52" actId="2711"/>
          <ac:spMkLst>
            <pc:docMk/>
            <pc:sldMk cId="0" sldId="268"/>
            <ac:spMk id="17" creationId="{00000000-0000-0000-0000-000000000000}"/>
          </ac:spMkLst>
        </pc:spChg>
      </pc:sldChg>
      <pc:sldChg chg="modSp mod">
        <pc:chgData name="Waheed Saif" userId="73092cb8-4f27-4865-948a-7ff309744809" providerId="ADAL" clId="{85CE66E5-B346-4DEF-ABFA-BDBBD9216C8E}" dt="2026-08-05T07:12:17.262" v="254" actId="553"/>
        <pc:sldMkLst>
          <pc:docMk/>
          <pc:sldMk cId="0" sldId="269"/>
        </pc:sldMkLst>
        <pc:spChg chg="mod">
          <ac:chgData name="Waheed Saif" userId="73092cb8-4f27-4865-948a-7ff309744809" providerId="ADAL" clId="{85CE66E5-B346-4DEF-ABFA-BDBBD9216C8E}" dt="2026-08-05T07:12:17.262" v="254" actId="553"/>
          <ac:spMkLst>
            <pc:docMk/>
            <pc:sldMk cId="0" sldId="269"/>
            <ac:spMk id="2" creationId="{00000000-0000-0000-0000-000000000000}"/>
          </ac:spMkLst>
        </pc:spChg>
        <pc:spChg chg="mod">
          <ac:chgData name="Waheed Saif" userId="73092cb8-4f27-4865-948a-7ff309744809" providerId="ADAL" clId="{85CE66E5-B346-4DEF-ABFA-BDBBD9216C8E}" dt="2026-08-05T07:12:17.262" v="254" actId="553"/>
          <ac:spMkLst>
            <pc:docMk/>
            <pc:sldMk cId="0" sldId="269"/>
            <ac:spMk id="3" creationId="{00000000-0000-0000-0000-000000000000}"/>
          </ac:spMkLst>
        </pc:spChg>
        <pc:spChg chg="mod">
          <ac:chgData name="Waheed Saif" userId="73092cb8-4f27-4865-948a-7ff309744809" providerId="ADAL" clId="{85CE66E5-B346-4DEF-ABFA-BDBBD9216C8E}" dt="2026-08-05T07:07:31.861" v="49" actId="122"/>
          <ac:spMkLst>
            <pc:docMk/>
            <pc:sldMk cId="0" sldId="269"/>
            <ac:spMk id="4" creationId="{00000000-0000-0000-0000-000000000000}"/>
          </ac:spMkLst>
        </pc:spChg>
        <pc:spChg chg="mod">
          <ac:chgData name="Waheed Saif" userId="73092cb8-4f27-4865-948a-7ff309744809" providerId="ADAL" clId="{85CE66E5-B346-4DEF-ABFA-BDBBD9216C8E}" dt="2026-08-05T07:12:17.262" v="254" actId="553"/>
          <ac:spMkLst>
            <pc:docMk/>
            <pc:sldMk cId="0" sldId="269"/>
            <ac:spMk id="5" creationId="{00000000-0000-0000-0000-000000000000}"/>
          </ac:spMkLst>
        </pc:spChg>
        <pc:spChg chg="mod">
          <ac:chgData name="Waheed Saif" userId="73092cb8-4f27-4865-948a-7ff309744809" providerId="ADAL" clId="{85CE66E5-B346-4DEF-ABFA-BDBBD9216C8E}" dt="2026-08-05T07:06:46.042" v="48" actId="2711"/>
          <ac:spMkLst>
            <pc:docMk/>
            <pc:sldMk cId="0" sldId="269"/>
            <ac:spMk id="7" creationId="{00000000-0000-0000-0000-000000000000}"/>
          </ac:spMkLst>
        </pc:spChg>
        <pc:spChg chg="mod">
          <ac:chgData name="Waheed Saif" userId="73092cb8-4f27-4865-948a-7ff309744809" providerId="ADAL" clId="{85CE66E5-B346-4DEF-ABFA-BDBBD9216C8E}" dt="2026-08-05T07:07:31.861" v="49" actId="122"/>
          <ac:spMkLst>
            <pc:docMk/>
            <pc:sldMk cId="0" sldId="269"/>
            <ac:spMk id="8" creationId="{00000000-0000-0000-0000-000000000000}"/>
          </ac:spMkLst>
        </pc:spChg>
        <pc:spChg chg="mod">
          <ac:chgData name="Waheed Saif" userId="73092cb8-4f27-4865-948a-7ff309744809" providerId="ADAL" clId="{85CE66E5-B346-4DEF-ABFA-BDBBD9216C8E}" dt="2026-08-05T07:07:31.861" v="49" actId="122"/>
          <ac:spMkLst>
            <pc:docMk/>
            <pc:sldMk cId="0" sldId="269"/>
            <ac:spMk id="9" creationId="{00000000-0000-0000-0000-000000000000}"/>
          </ac:spMkLst>
        </pc:spChg>
        <pc:spChg chg="mod">
          <ac:chgData name="Waheed Saif" userId="73092cb8-4f27-4865-948a-7ff309744809" providerId="ADAL" clId="{85CE66E5-B346-4DEF-ABFA-BDBBD9216C8E}" dt="2026-08-05T07:01:59.268" v="3" actId="121"/>
          <ac:spMkLst>
            <pc:docMk/>
            <pc:sldMk cId="0" sldId="269"/>
            <ac:spMk id="11" creationId="{00000000-0000-0000-0000-000000000000}"/>
          </ac:spMkLst>
        </pc:spChg>
        <pc:spChg chg="mod">
          <ac:chgData name="Waheed Saif" userId="73092cb8-4f27-4865-948a-7ff309744809" providerId="ADAL" clId="{85CE66E5-B346-4DEF-ABFA-BDBBD9216C8E}" dt="2026-08-05T07:07:31.861" v="49" actId="122"/>
          <ac:spMkLst>
            <pc:docMk/>
            <pc:sldMk cId="0" sldId="269"/>
            <ac:spMk id="12" creationId="{00000000-0000-0000-0000-000000000000}"/>
          </ac:spMkLst>
        </pc:spChg>
        <pc:spChg chg="mod">
          <ac:chgData name="Waheed Saif" userId="73092cb8-4f27-4865-948a-7ff309744809" providerId="ADAL" clId="{85CE66E5-B346-4DEF-ABFA-BDBBD9216C8E}" dt="2026-08-05T07:07:31.861" v="49" actId="122"/>
          <ac:spMkLst>
            <pc:docMk/>
            <pc:sldMk cId="0" sldId="269"/>
            <ac:spMk id="13" creationId="{00000000-0000-0000-0000-000000000000}"/>
          </ac:spMkLst>
        </pc:spChg>
        <pc:spChg chg="mod">
          <ac:chgData name="Waheed Saif" userId="73092cb8-4f27-4865-948a-7ff309744809" providerId="ADAL" clId="{85CE66E5-B346-4DEF-ABFA-BDBBD9216C8E}" dt="2026-08-05T07:06:46.042" v="48" actId="2711"/>
          <ac:spMkLst>
            <pc:docMk/>
            <pc:sldMk cId="0" sldId="269"/>
            <ac:spMk id="15" creationId="{00000000-0000-0000-0000-000000000000}"/>
          </ac:spMkLst>
        </pc:spChg>
        <pc:spChg chg="mod">
          <ac:chgData name="Waheed Saif" userId="73092cb8-4f27-4865-948a-7ff309744809" providerId="ADAL" clId="{85CE66E5-B346-4DEF-ABFA-BDBBD9216C8E}" dt="2026-08-05T07:07:31.861" v="49" actId="122"/>
          <ac:spMkLst>
            <pc:docMk/>
            <pc:sldMk cId="0" sldId="269"/>
            <ac:spMk id="16" creationId="{00000000-0000-0000-0000-000000000000}"/>
          </ac:spMkLst>
        </pc:spChg>
        <pc:spChg chg="mod">
          <ac:chgData name="Waheed Saif" userId="73092cb8-4f27-4865-948a-7ff309744809" providerId="ADAL" clId="{85CE66E5-B346-4DEF-ABFA-BDBBD9216C8E}" dt="2026-08-05T07:07:31.861" v="49" actId="122"/>
          <ac:spMkLst>
            <pc:docMk/>
            <pc:sldMk cId="0" sldId="269"/>
            <ac:spMk id="17" creationId="{00000000-0000-0000-0000-000000000000}"/>
          </ac:spMkLst>
        </pc:spChg>
        <pc:spChg chg="mod">
          <ac:chgData name="Waheed Saif" userId="73092cb8-4f27-4865-948a-7ff309744809" providerId="ADAL" clId="{85CE66E5-B346-4DEF-ABFA-BDBBD9216C8E}" dt="2026-08-05T07:06:46.042" v="48" actId="2711"/>
          <ac:spMkLst>
            <pc:docMk/>
            <pc:sldMk cId="0" sldId="269"/>
            <ac:spMk id="18" creationId="{00000000-0000-0000-0000-000000000000}"/>
          </ac:spMkLst>
        </pc:spChg>
        <pc:spChg chg="mod">
          <ac:chgData name="Waheed Saif" userId="73092cb8-4f27-4865-948a-7ff309744809" providerId="ADAL" clId="{85CE66E5-B346-4DEF-ABFA-BDBBD9216C8E}" dt="2026-08-05T07:06:46.042" v="48" actId="2711"/>
          <ac:spMkLst>
            <pc:docMk/>
            <pc:sldMk cId="0" sldId="269"/>
            <ac:spMk id="19" creationId="{00000000-0000-0000-0000-000000000000}"/>
          </ac:spMkLst>
        </pc:spChg>
        <pc:spChg chg="mod">
          <ac:chgData name="Waheed Saif" userId="73092cb8-4f27-4865-948a-7ff309744809" providerId="ADAL" clId="{85CE66E5-B346-4DEF-ABFA-BDBBD9216C8E}" dt="2026-08-05T07:07:31.861" v="49" actId="122"/>
          <ac:spMkLst>
            <pc:docMk/>
            <pc:sldMk cId="0" sldId="269"/>
            <ac:spMk id="20" creationId="{00000000-0000-0000-0000-000000000000}"/>
          </ac:spMkLst>
        </pc:spChg>
        <pc:spChg chg="mod">
          <ac:chgData name="Waheed Saif" userId="73092cb8-4f27-4865-948a-7ff309744809" providerId="ADAL" clId="{85CE66E5-B346-4DEF-ABFA-BDBBD9216C8E}" dt="2026-08-05T07:07:31.861" v="49" actId="122"/>
          <ac:spMkLst>
            <pc:docMk/>
            <pc:sldMk cId="0" sldId="269"/>
            <ac:spMk id="21" creationId="{00000000-0000-0000-0000-000000000000}"/>
          </ac:spMkLst>
        </pc:spChg>
        <pc:spChg chg="mod">
          <ac:chgData name="Waheed Saif" userId="73092cb8-4f27-4865-948a-7ff309744809" providerId="ADAL" clId="{85CE66E5-B346-4DEF-ABFA-BDBBD9216C8E}" dt="2026-08-05T07:02:12.804" v="9" actId="121"/>
          <ac:spMkLst>
            <pc:docMk/>
            <pc:sldMk cId="0" sldId="269"/>
            <ac:spMk id="23" creationId="{00000000-0000-0000-0000-000000000000}"/>
          </ac:spMkLst>
        </pc:spChg>
        <pc:spChg chg="mod">
          <ac:chgData name="Waheed Saif" userId="73092cb8-4f27-4865-948a-7ff309744809" providerId="ADAL" clId="{85CE66E5-B346-4DEF-ABFA-BDBBD9216C8E}" dt="2026-08-05T07:06:46.042" v="48" actId="2711"/>
          <ac:spMkLst>
            <pc:docMk/>
            <pc:sldMk cId="0" sldId="269"/>
            <ac:spMk id="25" creationId="{00000000-0000-0000-0000-000000000000}"/>
          </ac:spMkLst>
        </pc:spChg>
      </pc:sldChg>
      <pc:sldChg chg="addSp delSp modSp mod">
        <pc:chgData name="Waheed Saif" userId="73092cb8-4f27-4865-948a-7ff309744809" providerId="ADAL" clId="{85CE66E5-B346-4DEF-ABFA-BDBBD9216C8E}" dt="2026-08-05T07:12:11.655" v="253" actId="553"/>
        <pc:sldMkLst>
          <pc:docMk/>
          <pc:sldMk cId="0" sldId="270"/>
        </pc:sldMkLst>
        <pc:spChg chg="mod">
          <ac:chgData name="Waheed Saif" userId="73092cb8-4f27-4865-948a-7ff309744809" providerId="ADAL" clId="{85CE66E5-B346-4DEF-ABFA-BDBBD9216C8E}" dt="2026-08-05T07:12:11.655" v="253" actId="553"/>
          <ac:spMkLst>
            <pc:docMk/>
            <pc:sldMk cId="0" sldId="270"/>
            <ac:spMk id="2" creationId="{00000000-0000-0000-0000-000000000000}"/>
          </ac:spMkLst>
        </pc:spChg>
        <pc:spChg chg="mod">
          <ac:chgData name="Waheed Saif" userId="73092cb8-4f27-4865-948a-7ff309744809" providerId="ADAL" clId="{85CE66E5-B346-4DEF-ABFA-BDBBD9216C8E}" dt="2026-08-05T07:12:11.655" v="253" actId="553"/>
          <ac:spMkLst>
            <pc:docMk/>
            <pc:sldMk cId="0" sldId="270"/>
            <ac:spMk id="3" creationId="{00000000-0000-0000-0000-000000000000}"/>
          </ac:spMkLst>
        </pc:spChg>
        <pc:spChg chg="mod">
          <ac:chgData name="Waheed Saif" userId="73092cb8-4f27-4865-948a-7ff309744809" providerId="ADAL" clId="{85CE66E5-B346-4DEF-ABFA-BDBBD9216C8E}" dt="2026-08-05T07:12:11.655" v="253" actId="553"/>
          <ac:spMkLst>
            <pc:docMk/>
            <pc:sldMk cId="0" sldId="270"/>
            <ac:spMk id="7" creationId="{00000000-0000-0000-0000-000000000000}"/>
          </ac:spMkLst>
        </pc:spChg>
        <pc:spChg chg="mod">
          <ac:chgData name="Waheed Saif" userId="73092cb8-4f27-4865-948a-7ff309744809" providerId="ADAL" clId="{85CE66E5-B346-4DEF-ABFA-BDBBD9216C8E}" dt="2026-08-05T07:06:18.996" v="39" actId="2711"/>
          <ac:spMkLst>
            <pc:docMk/>
            <pc:sldMk cId="0" sldId="270"/>
            <ac:spMk id="8" creationId="{00000000-0000-0000-0000-000000000000}"/>
          </ac:spMkLst>
        </pc:spChg>
        <pc:spChg chg="mod">
          <ac:chgData name="Waheed Saif" userId="73092cb8-4f27-4865-948a-7ff309744809" providerId="ADAL" clId="{85CE66E5-B346-4DEF-ABFA-BDBBD9216C8E}" dt="2026-08-05T07:06:18.996" v="39" actId="2711"/>
          <ac:spMkLst>
            <pc:docMk/>
            <pc:sldMk cId="0" sldId="270"/>
            <ac:spMk id="9" creationId="{00000000-0000-0000-0000-000000000000}"/>
          </ac:spMkLst>
        </pc:spChg>
        <pc:spChg chg="mod">
          <ac:chgData name="Waheed Saif" userId="73092cb8-4f27-4865-948a-7ff309744809" providerId="ADAL" clId="{85CE66E5-B346-4DEF-ABFA-BDBBD9216C8E}" dt="2026-08-05T07:11:49.831" v="251"/>
          <ac:spMkLst>
            <pc:docMk/>
            <pc:sldMk cId="0" sldId="270"/>
            <ac:spMk id="10" creationId="{00000000-0000-0000-0000-000000000000}"/>
          </ac:spMkLst>
        </pc:spChg>
        <pc:spChg chg="mod">
          <ac:chgData name="Waheed Saif" userId="73092cb8-4f27-4865-948a-7ff309744809" providerId="ADAL" clId="{85CE66E5-B346-4DEF-ABFA-BDBBD9216C8E}" dt="2026-08-05T07:06:18.996" v="39" actId="2711"/>
          <ac:spMkLst>
            <pc:docMk/>
            <pc:sldMk cId="0" sldId="270"/>
            <ac:spMk id="13" creationId="{00000000-0000-0000-0000-000000000000}"/>
          </ac:spMkLst>
        </pc:spChg>
        <pc:spChg chg="mod">
          <ac:chgData name="Waheed Saif" userId="73092cb8-4f27-4865-948a-7ff309744809" providerId="ADAL" clId="{85CE66E5-B346-4DEF-ABFA-BDBBD9216C8E}" dt="2026-08-05T07:06:18.996" v="39" actId="2711"/>
          <ac:spMkLst>
            <pc:docMk/>
            <pc:sldMk cId="0" sldId="270"/>
            <ac:spMk id="15" creationId="{00000000-0000-0000-0000-000000000000}"/>
          </ac:spMkLst>
        </pc:spChg>
        <pc:spChg chg="mod">
          <ac:chgData name="Waheed Saif" userId="73092cb8-4f27-4865-948a-7ff309744809" providerId="ADAL" clId="{85CE66E5-B346-4DEF-ABFA-BDBBD9216C8E}" dt="2026-08-05T07:06:18.996" v="39" actId="2711"/>
          <ac:spMkLst>
            <pc:docMk/>
            <pc:sldMk cId="0" sldId="270"/>
            <ac:spMk id="21" creationId="{00000000-0000-0000-0000-000000000000}"/>
          </ac:spMkLst>
        </pc:spChg>
        <pc:spChg chg="mod">
          <ac:chgData name="Waheed Saif" userId="73092cb8-4f27-4865-948a-7ff309744809" providerId="ADAL" clId="{85CE66E5-B346-4DEF-ABFA-BDBBD9216C8E}" dt="2026-08-05T07:06:18.996" v="39" actId="2711"/>
          <ac:spMkLst>
            <pc:docMk/>
            <pc:sldMk cId="0" sldId="270"/>
            <ac:spMk id="22" creationId="{00000000-0000-0000-0000-000000000000}"/>
          </ac:spMkLst>
        </pc:spChg>
        <pc:spChg chg="mod">
          <ac:chgData name="Waheed Saif" userId="73092cb8-4f27-4865-948a-7ff309744809" providerId="ADAL" clId="{85CE66E5-B346-4DEF-ABFA-BDBBD9216C8E}" dt="2026-08-05T07:06:18.996" v="39" actId="2711"/>
          <ac:spMkLst>
            <pc:docMk/>
            <pc:sldMk cId="0" sldId="270"/>
            <ac:spMk id="25" creationId="{00000000-0000-0000-0000-000000000000}"/>
          </ac:spMkLst>
        </pc:spChg>
        <pc:spChg chg="mod">
          <ac:chgData name="Waheed Saif" userId="73092cb8-4f27-4865-948a-7ff309744809" providerId="ADAL" clId="{85CE66E5-B346-4DEF-ABFA-BDBBD9216C8E}" dt="2026-08-05T07:06:18.996" v="39" actId="2711"/>
          <ac:spMkLst>
            <pc:docMk/>
            <pc:sldMk cId="0" sldId="270"/>
            <ac:spMk id="28" creationId="{00000000-0000-0000-0000-000000000000}"/>
          </ac:spMkLst>
        </pc:spChg>
        <pc:spChg chg="mod">
          <ac:chgData name="Waheed Saif" userId="73092cb8-4f27-4865-948a-7ff309744809" providerId="ADAL" clId="{85CE66E5-B346-4DEF-ABFA-BDBBD9216C8E}" dt="2026-08-05T07:06:35.153" v="45" actId="121"/>
          <ac:spMkLst>
            <pc:docMk/>
            <pc:sldMk cId="0" sldId="270"/>
            <ac:spMk id="29" creationId="{00000000-0000-0000-0000-000000000000}"/>
          </ac:spMkLst>
        </pc:spChg>
        <pc:spChg chg="add del mod">
          <ac:chgData name="Waheed Saif" userId="73092cb8-4f27-4865-948a-7ff309744809" providerId="ADAL" clId="{85CE66E5-B346-4DEF-ABFA-BDBBD9216C8E}" dt="2026-08-05T07:11:51.598" v="252" actId="478"/>
          <ac:spMkLst>
            <pc:docMk/>
            <pc:sldMk cId="0" sldId="270"/>
            <ac:spMk id="31" creationId="{32827F3C-840F-08C7-0622-FDE966A3424F}"/>
          </ac:spMkLst>
        </pc:spChg>
      </pc:sldChg>
      <pc:sldChg chg="modSp mod">
        <pc:chgData name="Waheed Saif" userId="73092cb8-4f27-4865-948a-7ff309744809" providerId="ADAL" clId="{85CE66E5-B346-4DEF-ABFA-BDBBD9216C8E}" dt="2026-08-05T07:15:33.190" v="311" actId="1076"/>
        <pc:sldMkLst>
          <pc:docMk/>
          <pc:sldMk cId="0" sldId="271"/>
        </pc:sldMkLst>
        <pc:spChg chg="mod">
          <ac:chgData name="Waheed Saif" userId="73092cb8-4f27-4865-948a-7ff309744809" providerId="ADAL" clId="{85CE66E5-B346-4DEF-ABFA-BDBBD9216C8E}" dt="2026-08-05T07:15:33.190" v="311" actId="1076"/>
          <ac:spMkLst>
            <pc:docMk/>
            <pc:sldMk cId="0" sldId="271"/>
            <ac:spMk id="2" creationId="{00000000-0000-0000-0000-000000000000}"/>
          </ac:spMkLst>
        </pc:spChg>
        <pc:spChg chg="mod">
          <ac:chgData name="Waheed Saif" userId="73092cb8-4f27-4865-948a-7ff309744809" providerId="ADAL" clId="{85CE66E5-B346-4DEF-ABFA-BDBBD9216C8E}" dt="2026-08-05T07:15:28.604" v="310" actId="553"/>
          <ac:spMkLst>
            <pc:docMk/>
            <pc:sldMk cId="0" sldId="271"/>
            <ac:spMk id="3" creationId="{00000000-0000-0000-0000-000000000000}"/>
          </ac:spMkLst>
        </pc:spChg>
        <pc:spChg chg="mod">
          <ac:chgData name="Waheed Saif" userId="73092cb8-4f27-4865-948a-7ff309744809" providerId="ADAL" clId="{85CE66E5-B346-4DEF-ABFA-BDBBD9216C8E}" dt="2026-08-05T07:15:28.604" v="310" actId="553"/>
          <ac:spMkLst>
            <pc:docMk/>
            <pc:sldMk cId="0" sldId="271"/>
            <ac:spMk id="4" creationId="{00000000-0000-0000-0000-000000000000}"/>
          </ac:spMkLst>
        </pc:spChg>
        <pc:spChg chg="mod">
          <ac:chgData name="Waheed Saif" userId="73092cb8-4f27-4865-948a-7ff309744809" providerId="ADAL" clId="{85CE66E5-B346-4DEF-ABFA-BDBBD9216C8E}" dt="2026-08-05T07:15:28.604" v="310" actId="553"/>
          <ac:spMkLst>
            <pc:docMk/>
            <pc:sldMk cId="0" sldId="271"/>
            <ac:spMk id="5" creationId="{00000000-0000-0000-0000-000000000000}"/>
          </ac:spMkLst>
        </pc:spChg>
        <pc:spChg chg="mod">
          <ac:chgData name="Waheed Saif" userId="73092cb8-4f27-4865-948a-7ff309744809" providerId="ADAL" clId="{85CE66E5-B346-4DEF-ABFA-BDBBD9216C8E}" dt="2026-08-05T07:15:28.604" v="310" actId="553"/>
          <ac:spMkLst>
            <pc:docMk/>
            <pc:sldMk cId="0" sldId="271"/>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المؤشر العام</c:v>
                </c:pt>
              </c:strCache>
            </c:strRef>
          </c:tx>
          <c:spPr>
            <a:ln w="31750" cap="flat">
              <a:solidFill>
                <a:srgbClr val="1B2A4A"/>
              </a:solidFill>
              <a:prstDash val="solid"/>
              <a:round/>
            </a:ln>
            <a:effectLst/>
          </c:spPr>
          <c:marker>
            <c:symbol val="circle"/>
            <c:size val="4"/>
            <c:spPr>
              <a:solidFill>
                <a:srgbClr val="1B2A4A"/>
              </a:solidFill>
              <a:ln w="9525" cap="flat">
                <a:solidFill>
                  <a:srgbClr val="1B2A4A"/>
                </a:solidFill>
                <a:prstDash val="solid"/>
                <a:round/>
              </a:ln>
              <a:effectLst/>
            </c:spPr>
          </c:marker>
          <c:cat>
            <c:strRef>
              <c:f>Sheet1!$A$2:$A$23</c:f>
              <c:strCache>
                <c:ptCount val="22"/>
                <c:pt idx="0">
                  <c:v>2021Q1</c:v>
                </c:pt>
                <c:pt idx="1">
                  <c:v>2021Q2</c:v>
                </c:pt>
                <c:pt idx="2">
                  <c:v>2021Q3</c:v>
                </c:pt>
                <c:pt idx="3">
                  <c:v>2021Q4</c:v>
                </c:pt>
                <c:pt idx="4">
                  <c:v>2022Q1</c:v>
                </c:pt>
                <c:pt idx="5">
                  <c:v>2022Q2</c:v>
                </c:pt>
                <c:pt idx="6">
                  <c:v>2022Q3</c:v>
                </c:pt>
                <c:pt idx="7">
                  <c:v>2022Q4</c:v>
                </c:pt>
                <c:pt idx="8">
                  <c:v>2023Q1</c:v>
                </c:pt>
                <c:pt idx="9">
                  <c:v>2023Q2</c:v>
                </c:pt>
                <c:pt idx="10">
                  <c:v>2023Q3</c:v>
                </c:pt>
                <c:pt idx="11">
                  <c:v>2023Q4</c:v>
                </c:pt>
                <c:pt idx="12">
                  <c:v>2024Q1</c:v>
                </c:pt>
                <c:pt idx="13">
                  <c:v>2024Q2</c:v>
                </c:pt>
                <c:pt idx="14">
                  <c:v>2024Q3</c:v>
                </c:pt>
                <c:pt idx="15">
                  <c:v>2024Q4</c:v>
                </c:pt>
                <c:pt idx="16">
                  <c:v>2025Q1</c:v>
                </c:pt>
                <c:pt idx="17">
                  <c:v>2025Q2</c:v>
                </c:pt>
                <c:pt idx="18">
                  <c:v>2025Q3</c:v>
                </c:pt>
                <c:pt idx="19">
                  <c:v>2025Q4</c:v>
                </c:pt>
                <c:pt idx="20">
                  <c:v>2026Q1</c:v>
                </c:pt>
                <c:pt idx="21">
                  <c:v>2026Q2</c:v>
                </c:pt>
              </c:strCache>
            </c:strRef>
          </c:cat>
          <c:val>
            <c:numRef>
              <c:f>Sheet1!$B$2:$B$23</c:f>
              <c:numCache>
                <c:formatCode>General</c:formatCode>
                <c:ptCount val="22"/>
                <c:pt idx="0">
                  <c:v>81.37</c:v>
                </c:pt>
                <c:pt idx="1">
                  <c:v>82.06</c:v>
                </c:pt>
                <c:pt idx="2">
                  <c:v>86.2</c:v>
                </c:pt>
                <c:pt idx="3">
                  <c:v>89.15</c:v>
                </c:pt>
                <c:pt idx="4">
                  <c:v>91.29</c:v>
                </c:pt>
                <c:pt idx="5">
                  <c:v>95.56</c:v>
                </c:pt>
                <c:pt idx="6">
                  <c:v>97.5</c:v>
                </c:pt>
                <c:pt idx="7">
                  <c:v>97.22</c:v>
                </c:pt>
                <c:pt idx="8">
                  <c:v>99.22</c:v>
                </c:pt>
                <c:pt idx="9">
                  <c:v>100.22</c:v>
                </c:pt>
                <c:pt idx="10">
                  <c:v>99.98</c:v>
                </c:pt>
                <c:pt idx="11">
                  <c:v>100.59</c:v>
                </c:pt>
                <c:pt idx="12">
                  <c:v>100.59</c:v>
                </c:pt>
                <c:pt idx="13">
                  <c:v>101.79</c:v>
                </c:pt>
                <c:pt idx="14">
                  <c:v>102.56</c:v>
                </c:pt>
                <c:pt idx="15">
                  <c:v>104.18</c:v>
                </c:pt>
                <c:pt idx="16">
                  <c:v>104.93</c:v>
                </c:pt>
                <c:pt idx="17">
                  <c:v>105</c:v>
                </c:pt>
                <c:pt idx="18">
                  <c:v>103.88</c:v>
                </c:pt>
                <c:pt idx="19">
                  <c:v>103.48</c:v>
                </c:pt>
                <c:pt idx="20">
                  <c:v>103.29</c:v>
                </c:pt>
                <c:pt idx="21">
                  <c:v>106.34</c:v>
                </c:pt>
              </c:numCache>
            </c:numRef>
          </c:val>
          <c:smooth val="0"/>
          <c:extLst>
            <c:ext xmlns:c16="http://schemas.microsoft.com/office/drawing/2014/chart" uri="{C3380CC4-5D6E-409C-BE32-E72D297353CC}">
              <c16:uniqueId val="{00000000-8C0E-418C-8DBB-556B267BB30E}"/>
            </c:ext>
          </c:extLst>
        </c:ser>
        <c:ser>
          <c:idx val="1"/>
          <c:order val="1"/>
          <c:tx>
            <c:strRef>
              <c:f>Sheet1!$C$1</c:f>
              <c:strCache>
                <c:ptCount val="1"/>
                <c:pt idx="0">
                  <c:v>السكني</c:v>
                </c:pt>
              </c:strCache>
            </c:strRef>
          </c:tx>
          <c:spPr>
            <a:ln w="31750" cap="flat">
              <a:solidFill>
                <a:srgbClr val="B8935F"/>
              </a:solidFill>
              <a:prstDash val="solid"/>
              <a:round/>
            </a:ln>
            <a:effectLst/>
          </c:spPr>
          <c:marker>
            <c:symbol val="circle"/>
            <c:size val="4"/>
            <c:spPr>
              <a:solidFill>
                <a:srgbClr val="B8935F"/>
              </a:solidFill>
              <a:ln w="9525" cap="flat">
                <a:solidFill>
                  <a:srgbClr val="B8935F"/>
                </a:solidFill>
                <a:prstDash val="solid"/>
                <a:round/>
              </a:ln>
              <a:effectLst/>
            </c:spPr>
          </c:marker>
          <c:cat>
            <c:strRef>
              <c:f>Sheet1!$A$2:$A$23</c:f>
              <c:strCache>
                <c:ptCount val="22"/>
                <c:pt idx="0">
                  <c:v>2021Q1</c:v>
                </c:pt>
                <c:pt idx="1">
                  <c:v>2021Q2</c:v>
                </c:pt>
                <c:pt idx="2">
                  <c:v>2021Q3</c:v>
                </c:pt>
                <c:pt idx="3">
                  <c:v>2021Q4</c:v>
                </c:pt>
                <c:pt idx="4">
                  <c:v>2022Q1</c:v>
                </c:pt>
                <c:pt idx="5">
                  <c:v>2022Q2</c:v>
                </c:pt>
                <c:pt idx="6">
                  <c:v>2022Q3</c:v>
                </c:pt>
                <c:pt idx="7">
                  <c:v>2022Q4</c:v>
                </c:pt>
                <c:pt idx="8">
                  <c:v>2023Q1</c:v>
                </c:pt>
                <c:pt idx="9">
                  <c:v>2023Q2</c:v>
                </c:pt>
                <c:pt idx="10">
                  <c:v>2023Q3</c:v>
                </c:pt>
                <c:pt idx="11">
                  <c:v>2023Q4</c:v>
                </c:pt>
                <c:pt idx="12">
                  <c:v>2024Q1</c:v>
                </c:pt>
                <c:pt idx="13">
                  <c:v>2024Q2</c:v>
                </c:pt>
                <c:pt idx="14">
                  <c:v>2024Q3</c:v>
                </c:pt>
                <c:pt idx="15">
                  <c:v>2024Q4</c:v>
                </c:pt>
                <c:pt idx="16">
                  <c:v>2025Q1</c:v>
                </c:pt>
                <c:pt idx="17">
                  <c:v>2025Q2</c:v>
                </c:pt>
                <c:pt idx="18">
                  <c:v>2025Q3</c:v>
                </c:pt>
                <c:pt idx="19">
                  <c:v>2025Q4</c:v>
                </c:pt>
                <c:pt idx="20">
                  <c:v>2026Q1</c:v>
                </c:pt>
                <c:pt idx="21">
                  <c:v>2026Q2</c:v>
                </c:pt>
              </c:strCache>
            </c:strRef>
          </c:cat>
          <c:val>
            <c:numRef>
              <c:f>Sheet1!$C$2:$C$23</c:f>
              <c:numCache>
                <c:formatCode>General</c:formatCode>
                <c:ptCount val="22"/>
                <c:pt idx="0">
                  <c:v>80.78</c:v>
                </c:pt>
                <c:pt idx="1">
                  <c:v>82.36</c:v>
                </c:pt>
                <c:pt idx="2">
                  <c:v>86.25</c:v>
                </c:pt>
                <c:pt idx="3">
                  <c:v>89.51</c:v>
                </c:pt>
                <c:pt idx="4">
                  <c:v>91.34</c:v>
                </c:pt>
                <c:pt idx="5">
                  <c:v>95.65</c:v>
                </c:pt>
                <c:pt idx="6">
                  <c:v>98.58</c:v>
                </c:pt>
                <c:pt idx="7">
                  <c:v>98.18</c:v>
                </c:pt>
                <c:pt idx="8">
                  <c:v>100.24</c:v>
                </c:pt>
                <c:pt idx="9">
                  <c:v>100.71</c:v>
                </c:pt>
                <c:pt idx="10">
                  <c:v>99.77</c:v>
                </c:pt>
                <c:pt idx="11">
                  <c:v>99.28</c:v>
                </c:pt>
                <c:pt idx="12">
                  <c:v>99.18</c:v>
                </c:pt>
                <c:pt idx="13">
                  <c:v>101.13</c:v>
                </c:pt>
                <c:pt idx="14">
                  <c:v>101.35</c:v>
                </c:pt>
                <c:pt idx="15">
                  <c:v>102.35</c:v>
                </c:pt>
                <c:pt idx="16">
                  <c:v>104.26</c:v>
                </c:pt>
                <c:pt idx="17">
                  <c:v>101.57</c:v>
                </c:pt>
                <c:pt idx="18">
                  <c:v>100.44</c:v>
                </c:pt>
                <c:pt idx="19">
                  <c:v>100.05</c:v>
                </c:pt>
                <c:pt idx="20">
                  <c:v>100.55</c:v>
                </c:pt>
                <c:pt idx="21">
                  <c:v>104.25</c:v>
                </c:pt>
              </c:numCache>
            </c:numRef>
          </c:val>
          <c:smooth val="0"/>
          <c:extLst>
            <c:ext xmlns:c16="http://schemas.microsoft.com/office/drawing/2014/chart" uri="{C3380CC4-5D6E-409C-BE32-E72D297353CC}">
              <c16:uniqueId val="{00000001-8C0E-418C-8DBB-556B267BB30E}"/>
            </c:ext>
          </c:extLst>
        </c:ser>
        <c:ser>
          <c:idx val="2"/>
          <c:order val="2"/>
          <c:tx>
            <c:strRef>
              <c:f>Sheet1!$D$1</c:f>
              <c:strCache>
                <c:ptCount val="1"/>
                <c:pt idx="0">
                  <c:v>التجاري</c:v>
                </c:pt>
              </c:strCache>
            </c:strRef>
          </c:tx>
          <c:spPr>
            <a:ln w="31750" cap="flat">
              <a:solidFill>
                <a:srgbClr val="2F5D5D"/>
              </a:solidFill>
              <a:prstDash val="solid"/>
              <a:round/>
            </a:ln>
            <a:effectLst/>
          </c:spPr>
          <c:marker>
            <c:symbol val="circle"/>
            <c:size val="4"/>
            <c:spPr>
              <a:solidFill>
                <a:srgbClr val="2F5D5D"/>
              </a:solidFill>
              <a:ln w="9525" cap="flat">
                <a:solidFill>
                  <a:srgbClr val="2F5D5D"/>
                </a:solidFill>
                <a:prstDash val="solid"/>
                <a:round/>
              </a:ln>
              <a:effectLst/>
            </c:spPr>
          </c:marker>
          <c:cat>
            <c:strRef>
              <c:f>Sheet1!$A$2:$A$23</c:f>
              <c:strCache>
                <c:ptCount val="22"/>
                <c:pt idx="0">
                  <c:v>2021Q1</c:v>
                </c:pt>
                <c:pt idx="1">
                  <c:v>2021Q2</c:v>
                </c:pt>
                <c:pt idx="2">
                  <c:v>2021Q3</c:v>
                </c:pt>
                <c:pt idx="3">
                  <c:v>2021Q4</c:v>
                </c:pt>
                <c:pt idx="4">
                  <c:v>2022Q1</c:v>
                </c:pt>
                <c:pt idx="5">
                  <c:v>2022Q2</c:v>
                </c:pt>
                <c:pt idx="6">
                  <c:v>2022Q3</c:v>
                </c:pt>
                <c:pt idx="7">
                  <c:v>2022Q4</c:v>
                </c:pt>
                <c:pt idx="8">
                  <c:v>2023Q1</c:v>
                </c:pt>
                <c:pt idx="9">
                  <c:v>2023Q2</c:v>
                </c:pt>
                <c:pt idx="10">
                  <c:v>2023Q3</c:v>
                </c:pt>
                <c:pt idx="11">
                  <c:v>2023Q4</c:v>
                </c:pt>
                <c:pt idx="12">
                  <c:v>2024Q1</c:v>
                </c:pt>
                <c:pt idx="13">
                  <c:v>2024Q2</c:v>
                </c:pt>
                <c:pt idx="14">
                  <c:v>2024Q3</c:v>
                </c:pt>
                <c:pt idx="15">
                  <c:v>2024Q4</c:v>
                </c:pt>
                <c:pt idx="16">
                  <c:v>2025Q1</c:v>
                </c:pt>
                <c:pt idx="17">
                  <c:v>2025Q2</c:v>
                </c:pt>
                <c:pt idx="18">
                  <c:v>2025Q3</c:v>
                </c:pt>
                <c:pt idx="19">
                  <c:v>2025Q4</c:v>
                </c:pt>
                <c:pt idx="20">
                  <c:v>2026Q1</c:v>
                </c:pt>
                <c:pt idx="21">
                  <c:v>2026Q2</c:v>
                </c:pt>
              </c:strCache>
            </c:strRef>
          </c:cat>
          <c:val>
            <c:numRef>
              <c:f>Sheet1!$D$2:$D$23</c:f>
              <c:numCache>
                <c:formatCode>General</c:formatCode>
                <c:ptCount val="22"/>
                <c:pt idx="0">
                  <c:v>82.86</c:v>
                </c:pt>
                <c:pt idx="1">
                  <c:v>80.87</c:v>
                </c:pt>
                <c:pt idx="2">
                  <c:v>85.97</c:v>
                </c:pt>
                <c:pt idx="3">
                  <c:v>87.87</c:v>
                </c:pt>
                <c:pt idx="4">
                  <c:v>91.13</c:v>
                </c:pt>
                <c:pt idx="5">
                  <c:v>95.55</c:v>
                </c:pt>
                <c:pt idx="6">
                  <c:v>94.38</c:v>
                </c:pt>
                <c:pt idx="7">
                  <c:v>94.71</c:v>
                </c:pt>
                <c:pt idx="8">
                  <c:v>96.51</c:v>
                </c:pt>
                <c:pt idx="9">
                  <c:v>99.11</c:v>
                </c:pt>
                <c:pt idx="10">
                  <c:v>100.23</c:v>
                </c:pt>
                <c:pt idx="11">
                  <c:v>104.3</c:v>
                </c:pt>
                <c:pt idx="12">
                  <c:v>104.6</c:v>
                </c:pt>
                <c:pt idx="13">
                  <c:v>103.57</c:v>
                </c:pt>
                <c:pt idx="14">
                  <c:v>106.67</c:v>
                </c:pt>
                <c:pt idx="15">
                  <c:v>109.54</c:v>
                </c:pt>
                <c:pt idx="16">
                  <c:v>107.2</c:v>
                </c:pt>
                <c:pt idx="17">
                  <c:v>115.69</c:v>
                </c:pt>
                <c:pt idx="18">
                  <c:v>113.89</c:v>
                </c:pt>
                <c:pt idx="19">
                  <c:v>113.47</c:v>
                </c:pt>
                <c:pt idx="20">
                  <c:v>110.81</c:v>
                </c:pt>
                <c:pt idx="21">
                  <c:v>111.96</c:v>
                </c:pt>
              </c:numCache>
            </c:numRef>
          </c:val>
          <c:smooth val="0"/>
          <c:extLst>
            <c:ext xmlns:c16="http://schemas.microsoft.com/office/drawing/2014/chart" uri="{C3380CC4-5D6E-409C-BE32-E72D297353CC}">
              <c16:uniqueId val="{00000002-8C0E-418C-8DBB-556B267BB30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a:lstStyle/>
          <a:p>
            <a:pPr>
              <a:defRPr sz="900" b="0" i="0" u="none" strike="noStrike">
                <a:solidFill>
                  <a:srgbClr val="6B655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D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C1C1C"/>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نمو %</c:v>
                </c:pt>
              </c:strCache>
            </c:strRef>
          </c:tx>
          <c:spPr>
            <a:solidFill>
              <a:srgbClr val="A8483D">
                <a:alpha val="100000"/>
              </a:srgbClr>
            </a:solidFill>
            <a:effectLst/>
          </c:spPr>
          <c:invertIfNegative val="0"/>
          <c:dPt>
            <c:idx val="0"/>
            <c:invertIfNegative val="0"/>
            <c:bubble3D val="0"/>
            <c:spPr>
              <a:solidFill>
                <a:srgbClr val="A8483D"/>
              </a:solidFill>
              <a:effectLst/>
            </c:spPr>
            <c:extLst>
              <c:ext xmlns:c16="http://schemas.microsoft.com/office/drawing/2014/chart" uri="{C3380CC4-5D6E-409C-BE32-E72D297353CC}">
                <c16:uniqueId val="{00000001-2848-45A4-9525-16C29AC335B9}"/>
              </c:ext>
            </c:extLst>
          </c:dPt>
          <c:dPt>
            <c:idx val="1"/>
            <c:invertIfNegative val="0"/>
            <c:bubble3D val="0"/>
            <c:spPr>
              <a:solidFill>
                <a:srgbClr val="3F7A55"/>
              </a:solidFill>
              <a:effectLst/>
            </c:spPr>
            <c:extLst>
              <c:ext xmlns:c16="http://schemas.microsoft.com/office/drawing/2014/chart" uri="{C3380CC4-5D6E-409C-BE32-E72D297353CC}">
                <c16:uniqueId val="{00000003-2848-45A4-9525-16C29AC335B9}"/>
              </c:ext>
            </c:extLst>
          </c:dPt>
          <c:dPt>
            <c:idx val="2"/>
            <c:invertIfNegative val="0"/>
            <c:bubble3D val="0"/>
            <c:spPr>
              <a:solidFill>
                <a:srgbClr val="3F7A55"/>
              </a:solidFill>
              <a:effectLst/>
            </c:spPr>
            <c:extLst>
              <c:ext xmlns:c16="http://schemas.microsoft.com/office/drawing/2014/chart" uri="{C3380CC4-5D6E-409C-BE32-E72D297353CC}">
                <c16:uniqueId val="{00000005-2848-45A4-9525-16C29AC335B9}"/>
              </c:ext>
            </c:extLst>
          </c:dPt>
          <c:dPt>
            <c:idx val="3"/>
            <c:invertIfNegative val="0"/>
            <c:bubble3D val="0"/>
            <c:spPr>
              <a:solidFill>
                <a:srgbClr val="3F7A55"/>
              </a:solidFill>
              <a:effectLst/>
            </c:spPr>
            <c:extLst>
              <c:ext xmlns:c16="http://schemas.microsoft.com/office/drawing/2014/chart" uri="{C3380CC4-5D6E-409C-BE32-E72D297353CC}">
                <c16:uniqueId val="{00000007-2848-45A4-9525-16C29AC335B9}"/>
              </c:ext>
            </c:extLst>
          </c:dPt>
          <c:dPt>
            <c:idx val="4"/>
            <c:invertIfNegative val="0"/>
            <c:bubble3D val="0"/>
            <c:spPr>
              <a:solidFill>
                <a:srgbClr val="3F7A55"/>
              </a:solidFill>
              <a:effectLst/>
            </c:spPr>
            <c:extLst>
              <c:ext xmlns:c16="http://schemas.microsoft.com/office/drawing/2014/chart" uri="{C3380CC4-5D6E-409C-BE32-E72D297353CC}">
                <c16:uniqueId val="{00000009-2848-45A4-9525-16C29AC335B9}"/>
              </c:ext>
            </c:extLst>
          </c:dPt>
          <c:dPt>
            <c:idx val="5"/>
            <c:invertIfNegative val="0"/>
            <c:bubble3D val="0"/>
            <c:spPr>
              <a:solidFill>
                <a:srgbClr val="3F7A55"/>
              </a:solidFill>
              <a:effectLst/>
            </c:spPr>
            <c:extLst>
              <c:ext xmlns:c16="http://schemas.microsoft.com/office/drawing/2014/chart" uri="{C3380CC4-5D6E-409C-BE32-E72D297353CC}">
                <c16:uniqueId val="{0000000B-2848-45A4-9525-16C29AC335B9}"/>
              </c:ext>
            </c:extLst>
          </c:dPt>
          <c:dLbls>
            <c:numFmt formatCode="\+0.0&quot;%&quot;;\-0.0&quot;%&quot;" sourceLinked="0"/>
            <c:spPr>
              <a:noFill/>
              <a:ln>
                <a:noFill/>
              </a:ln>
              <a:effectLst/>
            </c:spPr>
            <c:txPr>
              <a:bodyPr/>
              <a:lstStyle/>
              <a:p>
                <a:pPr>
                  <a:defRPr sz="11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الباحة</c:v>
                </c:pt>
                <c:pt idx="1">
                  <c:v>الحدود الشمالية</c:v>
                </c:pt>
                <c:pt idx="2">
                  <c:v>نجران</c:v>
                </c:pt>
                <c:pt idx="3">
                  <c:v>الجوف</c:v>
                </c:pt>
                <c:pt idx="4">
                  <c:v>مكة المكرمة</c:v>
                </c:pt>
                <c:pt idx="5">
                  <c:v>الرياض</c:v>
                </c:pt>
              </c:strCache>
            </c:strRef>
          </c:cat>
          <c:val>
            <c:numRef>
              <c:f>Sheet1!$B$2:$B$7</c:f>
              <c:numCache>
                <c:formatCode>General</c:formatCode>
                <c:ptCount val="6"/>
                <c:pt idx="0">
                  <c:v>-32.049999999999997</c:v>
                </c:pt>
                <c:pt idx="1">
                  <c:v>13.03</c:v>
                </c:pt>
                <c:pt idx="2">
                  <c:v>15.75</c:v>
                </c:pt>
                <c:pt idx="3">
                  <c:v>18.18</c:v>
                </c:pt>
                <c:pt idx="4">
                  <c:v>18.18</c:v>
                </c:pt>
                <c:pt idx="5">
                  <c:v>55.89</c:v>
                </c:pt>
              </c:numCache>
            </c:numRef>
          </c:val>
          <c:extLst>
            <c:ext xmlns:c16="http://schemas.microsoft.com/office/drawing/2014/chart" uri="{C3380CC4-5D6E-409C-BE32-E72D297353CC}">
              <c16:uniqueId val="{0000000C-2848-45A4-9525-16C29AC335B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2DCC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نمو تراكمي %</c:v>
                </c:pt>
              </c:strCache>
            </c:strRef>
          </c:tx>
          <c:spPr>
            <a:solidFill>
              <a:srgbClr val="1B2A4A"/>
            </a:solidFill>
            <a:effectLst/>
          </c:spPr>
          <c:invertIfNegative val="0"/>
          <c:dPt>
            <c:idx val="0"/>
            <c:invertIfNegative val="0"/>
            <c:bubble3D val="0"/>
            <c:extLst>
              <c:ext xmlns:c16="http://schemas.microsoft.com/office/drawing/2014/chart" uri="{C3380CC4-5D6E-409C-BE32-E72D297353CC}">
                <c16:uniqueId val="{00000001-FD91-46DC-B16C-B042D9A2DD7E}"/>
              </c:ext>
            </c:extLst>
          </c:dPt>
          <c:dPt>
            <c:idx val="1"/>
            <c:invertIfNegative val="0"/>
            <c:bubble3D val="0"/>
            <c:spPr>
              <a:solidFill>
                <a:srgbClr val="2F5D5D"/>
              </a:solidFill>
              <a:effectLst/>
            </c:spPr>
            <c:extLst>
              <c:ext xmlns:c16="http://schemas.microsoft.com/office/drawing/2014/chart" uri="{C3380CC4-5D6E-409C-BE32-E72D297353CC}">
                <c16:uniqueId val="{00000003-FD91-46DC-B16C-B042D9A2DD7E}"/>
              </c:ext>
            </c:extLst>
          </c:dPt>
          <c:dPt>
            <c:idx val="2"/>
            <c:invertIfNegative val="0"/>
            <c:bubble3D val="0"/>
            <c:spPr>
              <a:solidFill>
                <a:srgbClr val="B8935F"/>
              </a:solidFill>
              <a:effectLst/>
            </c:spPr>
            <c:extLst>
              <c:ext xmlns:c16="http://schemas.microsoft.com/office/drawing/2014/chart" uri="{C3380CC4-5D6E-409C-BE32-E72D297353CC}">
                <c16:uniqueId val="{00000005-FD91-46DC-B16C-B042D9A2DD7E}"/>
              </c:ext>
            </c:extLst>
          </c:dPt>
          <c:dLbls>
            <c:numFmt formatCode="0.0&quot;%&quot;" sourceLinked="0"/>
            <c:spPr>
              <a:noFill/>
              <a:ln>
                <a:noFill/>
              </a:ln>
              <a:effectLst/>
            </c:spPr>
            <c:txPr>
              <a:bodyPr/>
              <a:lstStyle/>
              <a:p>
                <a:pPr>
                  <a:defRPr sz="12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قطعة أرض سكنية</c:v>
                </c:pt>
                <c:pt idx="1">
                  <c:v>فيلا</c:v>
                </c:pt>
                <c:pt idx="2">
                  <c:v>شقة</c:v>
                </c:pt>
              </c:strCache>
            </c:strRef>
          </c:cat>
          <c:val>
            <c:numRef>
              <c:f>Sheet1!$B$2:$B$4</c:f>
              <c:numCache>
                <c:formatCode>General</c:formatCode>
                <c:ptCount val="3"/>
                <c:pt idx="0">
                  <c:v>33.56</c:v>
                </c:pt>
                <c:pt idx="1">
                  <c:v>22.83</c:v>
                </c:pt>
                <c:pt idx="2">
                  <c:v>22.59</c:v>
                </c:pt>
              </c:numCache>
            </c:numRef>
          </c:val>
          <c:extLst>
            <c:ext xmlns:c16="http://schemas.microsoft.com/office/drawing/2014/chart" uri="{C3380CC4-5D6E-409C-BE32-E72D297353CC}">
              <c16:uniqueId val="{00000006-FD91-46DC-B16C-B042D9A2DD7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D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عام</c:v>
                </c:pt>
              </c:strCache>
            </c:strRef>
          </c:tx>
          <c:spPr>
            <a:solidFill>
              <a:srgbClr val="1B2A4A"/>
            </a:solidFill>
            <a:effectLst/>
          </c:spPr>
          <c:invertIfNegative val="0"/>
          <c:dLbls>
            <c:numFmt formatCode="0.00&quot;%&quot;" sourceLinked="0"/>
            <c:spPr>
              <a:noFill/>
              <a:ln>
                <a:noFill/>
              </a:ln>
              <a:effectLst/>
            </c:spPr>
            <c:txPr>
              <a:bodyPr/>
              <a:lstStyle/>
              <a:p>
                <a:pPr>
                  <a:defRPr sz="10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الربع الأول</c:v>
                </c:pt>
                <c:pt idx="1">
                  <c:v>الربع الثاني</c:v>
                </c:pt>
                <c:pt idx="2">
                  <c:v>الربع الثالث</c:v>
                </c:pt>
                <c:pt idx="3">
                  <c:v>الربع الرابع</c:v>
                </c:pt>
              </c:strCache>
            </c:strRef>
          </c:cat>
          <c:val>
            <c:numRef>
              <c:f>Sheet1!$B$2:$B$5</c:f>
              <c:numCache>
                <c:formatCode>General</c:formatCode>
                <c:ptCount val="4"/>
                <c:pt idx="0">
                  <c:v>1</c:v>
                </c:pt>
                <c:pt idx="1">
                  <c:v>1.8</c:v>
                </c:pt>
                <c:pt idx="2">
                  <c:v>1.3</c:v>
                </c:pt>
                <c:pt idx="3">
                  <c:v>0.98</c:v>
                </c:pt>
              </c:numCache>
            </c:numRef>
          </c:val>
          <c:extLst>
            <c:ext xmlns:c16="http://schemas.microsoft.com/office/drawing/2014/chart" uri="{C3380CC4-5D6E-409C-BE32-E72D297353CC}">
              <c16:uniqueId val="{00000000-D2D2-4FFC-A510-AC19A12E2446}"/>
            </c:ext>
          </c:extLst>
        </c:ser>
        <c:ser>
          <c:idx val="1"/>
          <c:order val="1"/>
          <c:tx>
            <c:strRef>
              <c:f>Sheet1!$C$1</c:f>
              <c:strCache>
                <c:ptCount val="1"/>
                <c:pt idx="0">
                  <c:v>إجمالي السكني</c:v>
                </c:pt>
              </c:strCache>
            </c:strRef>
          </c:tx>
          <c:spPr>
            <a:solidFill>
              <a:srgbClr val="B8935F"/>
            </a:solidFill>
            <a:effectLst/>
          </c:spPr>
          <c:invertIfNegative val="0"/>
          <c:dLbls>
            <c:numFmt formatCode="0.00&quot;%&quot;" sourceLinked="0"/>
            <c:spPr>
              <a:noFill/>
              <a:ln>
                <a:noFill/>
              </a:ln>
              <a:effectLst/>
            </c:spPr>
            <c:txPr>
              <a:bodyPr/>
              <a:lstStyle/>
              <a:p>
                <a:pPr>
                  <a:defRPr sz="10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الربع الأول</c:v>
                </c:pt>
                <c:pt idx="1">
                  <c:v>الربع الثاني</c:v>
                </c:pt>
                <c:pt idx="2">
                  <c:v>الربع الثالث</c:v>
                </c:pt>
                <c:pt idx="3">
                  <c:v>الربع الرابع</c:v>
                </c:pt>
              </c:strCache>
            </c:strRef>
          </c:cat>
          <c:val>
            <c:numRef>
              <c:f>Sheet1!$C$2:$C$5</c:f>
              <c:numCache>
                <c:formatCode>General</c:formatCode>
                <c:ptCount val="4"/>
                <c:pt idx="0">
                  <c:v>1.28</c:v>
                </c:pt>
                <c:pt idx="1">
                  <c:v>1.72</c:v>
                </c:pt>
                <c:pt idx="2">
                  <c:v>1.2</c:v>
                </c:pt>
                <c:pt idx="3">
                  <c:v>0.7</c:v>
                </c:pt>
              </c:numCache>
            </c:numRef>
          </c:val>
          <c:extLst>
            <c:ext xmlns:c16="http://schemas.microsoft.com/office/drawing/2014/chart" uri="{C3380CC4-5D6E-409C-BE32-E72D297353CC}">
              <c16:uniqueId val="{00000001-D2D2-4FFC-A510-AC19A12E244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D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rtl="1">
            <a:defRPr sz="12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متفائل</c:v>
                </c:pt>
              </c:strCache>
            </c:strRef>
          </c:tx>
          <c:spPr>
            <a:ln w="31750" cap="flat">
              <a:solidFill>
                <a:srgbClr val="3F7A55"/>
              </a:solidFill>
              <a:prstDash val="solid"/>
              <a:round/>
            </a:ln>
            <a:effectLst/>
          </c:spPr>
          <c:marker>
            <c:symbol val="circle"/>
            <c:size val="5"/>
            <c:spPr>
              <a:solidFill>
                <a:srgbClr val="3F7A55"/>
              </a:solidFill>
              <a:ln w="9525" cap="flat">
                <a:solidFill>
                  <a:srgbClr val="3F7A55"/>
                </a:solidFill>
                <a:prstDash val="solid"/>
                <a:round/>
              </a:ln>
              <a:effectLst/>
            </c:spPr>
          </c:marker>
          <c:cat>
            <c:strRef>
              <c:f>Sheet1!$A$2:$A$5</c:f>
              <c:strCache>
                <c:ptCount val="4"/>
                <c:pt idx="0">
                  <c:v>2026Q3</c:v>
                </c:pt>
                <c:pt idx="1">
                  <c:v>2026Q4</c:v>
                </c:pt>
                <c:pt idx="2">
                  <c:v>2027Q1</c:v>
                </c:pt>
                <c:pt idx="3">
                  <c:v>2027Q2</c:v>
                </c:pt>
              </c:strCache>
            </c:strRef>
          </c:cat>
          <c:val>
            <c:numRef>
              <c:f>Sheet1!$B$2:$B$5</c:f>
              <c:numCache>
                <c:formatCode>General</c:formatCode>
                <c:ptCount val="4"/>
                <c:pt idx="0">
                  <c:v>110.8</c:v>
                </c:pt>
                <c:pt idx="1">
                  <c:v>113.4</c:v>
                </c:pt>
                <c:pt idx="2">
                  <c:v>116</c:v>
                </c:pt>
                <c:pt idx="3">
                  <c:v>118.7</c:v>
                </c:pt>
              </c:numCache>
            </c:numRef>
          </c:val>
          <c:smooth val="0"/>
          <c:extLst>
            <c:ext xmlns:c16="http://schemas.microsoft.com/office/drawing/2014/chart" uri="{C3380CC4-5D6E-409C-BE32-E72D297353CC}">
              <c16:uniqueId val="{00000000-786B-400F-BFC0-0B939E823F86}"/>
            </c:ext>
          </c:extLst>
        </c:ser>
        <c:ser>
          <c:idx val="1"/>
          <c:order val="1"/>
          <c:tx>
            <c:strRef>
              <c:f>Sheet1!$C$1</c:f>
              <c:strCache>
                <c:ptCount val="1"/>
                <c:pt idx="0">
                  <c:v>أساسي (Holt)</c:v>
                </c:pt>
              </c:strCache>
            </c:strRef>
          </c:tx>
          <c:spPr>
            <a:ln w="31750" cap="flat">
              <a:solidFill>
                <a:srgbClr val="1B2A4A"/>
              </a:solidFill>
              <a:prstDash val="solid"/>
              <a:round/>
            </a:ln>
            <a:effectLst/>
          </c:spPr>
          <c:marker>
            <c:symbol val="circle"/>
            <c:size val="5"/>
            <c:spPr>
              <a:solidFill>
                <a:srgbClr val="1B2A4A"/>
              </a:solidFill>
              <a:ln w="9525" cap="flat">
                <a:solidFill>
                  <a:srgbClr val="1B2A4A"/>
                </a:solidFill>
                <a:prstDash val="solid"/>
                <a:round/>
              </a:ln>
              <a:effectLst/>
            </c:spPr>
          </c:marker>
          <c:cat>
            <c:strRef>
              <c:f>Sheet1!$A$2:$A$5</c:f>
              <c:strCache>
                <c:ptCount val="4"/>
                <c:pt idx="0">
                  <c:v>2026Q3</c:v>
                </c:pt>
                <c:pt idx="1">
                  <c:v>2026Q4</c:v>
                </c:pt>
                <c:pt idx="2">
                  <c:v>2027Q1</c:v>
                </c:pt>
                <c:pt idx="3">
                  <c:v>2027Q2</c:v>
                </c:pt>
              </c:strCache>
            </c:strRef>
          </c:cat>
          <c:val>
            <c:numRef>
              <c:f>Sheet1!$C$2:$C$5</c:f>
              <c:numCache>
                <c:formatCode>General</c:formatCode>
                <c:ptCount val="4"/>
                <c:pt idx="0">
                  <c:v>107.15</c:v>
                </c:pt>
                <c:pt idx="1">
                  <c:v>107.96</c:v>
                </c:pt>
                <c:pt idx="2">
                  <c:v>108.77</c:v>
                </c:pt>
                <c:pt idx="3">
                  <c:v>109.58</c:v>
                </c:pt>
              </c:numCache>
            </c:numRef>
          </c:val>
          <c:smooth val="0"/>
          <c:extLst>
            <c:ext xmlns:c16="http://schemas.microsoft.com/office/drawing/2014/chart" uri="{C3380CC4-5D6E-409C-BE32-E72D297353CC}">
              <c16:uniqueId val="{00000001-786B-400F-BFC0-0B939E823F86}"/>
            </c:ext>
          </c:extLst>
        </c:ser>
        <c:ser>
          <c:idx val="2"/>
          <c:order val="2"/>
          <c:tx>
            <c:strRef>
              <c:f>Sheet1!$D$1</c:f>
              <c:strCache>
                <c:ptCount val="1"/>
                <c:pt idx="0">
                  <c:v>متحفظ</c:v>
                </c:pt>
              </c:strCache>
            </c:strRef>
          </c:tx>
          <c:spPr>
            <a:ln w="31750" cap="flat">
              <a:solidFill>
                <a:srgbClr val="A8483D"/>
              </a:solidFill>
              <a:prstDash val="solid"/>
              <a:round/>
            </a:ln>
            <a:effectLst/>
          </c:spPr>
          <c:marker>
            <c:symbol val="circle"/>
            <c:size val="5"/>
            <c:spPr>
              <a:solidFill>
                <a:srgbClr val="A8483D"/>
              </a:solidFill>
              <a:ln w="9525" cap="flat">
                <a:solidFill>
                  <a:srgbClr val="A8483D"/>
                </a:solidFill>
                <a:prstDash val="solid"/>
                <a:round/>
              </a:ln>
              <a:effectLst/>
            </c:spPr>
          </c:marker>
          <c:cat>
            <c:strRef>
              <c:f>Sheet1!$A$2:$A$5</c:f>
              <c:strCache>
                <c:ptCount val="4"/>
                <c:pt idx="0">
                  <c:v>2026Q3</c:v>
                </c:pt>
                <c:pt idx="1">
                  <c:v>2026Q4</c:v>
                </c:pt>
                <c:pt idx="2">
                  <c:v>2027Q1</c:v>
                </c:pt>
                <c:pt idx="3">
                  <c:v>2027Q2</c:v>
                </c:pt>
              </c:strCache>
            </c:strRef>
          </c:cat>
          <c:val>
            <c:numRef>
              <c:f>Sheet1!$D$2:$D$5</c:f>
              <c:numCache>
                <c:formatCode>General</c:formatCode>
                <c:ptCount val="4"/>
                <c:pt idx="0">
                  <c:v>104.9</c:v>
                </c:pt>
                <c:pt idx="1">
                  <c:v>104.6</c:v>
                </c:pt>
                <c:pt idx="2">
                  <c:v>104.3</c:v>
                </c:pt>
                <c:pt idx="3">
                  <c:v>104</c:v>
                </c:pt>
              </c:numCache>
            </c:numRef>
          </c:val>
          <c:smooth val="0"/>
          <c:extLst>
            <c:ext xmlns:c16="http://schemas.microsoft.com/office/drawing/2014/chart" uri="{C3380CC4-5D6E-409C-BE32-E72D297353CC}">
              <c16:uniqueId val="{00000002-786B-400F-BFC0-0B939E823F8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2D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55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952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3" name="Text 1"/>
          <p:cNvSpPr/>
          <p:nvPr/>
        </p:nvSpPr>
        <p:spPr>
          <a:xfrm>
            <a:off x="640080" y="2011680"/>
            <a:ext cx="10881360" cy="1920240"/>
          </a:xfrm>
          <a:prstGeom prst="rect">
            <a:avLst/>
          </a:prstGeom>
          <a:noFill/>
          <a:ln/>
        </p:spPr>
        <p:txBody>
          <a:bodyPr wrap="square" rtlCol="0" anchor="ctr"/>
          <a:lstStyle/>
          <a:p>
            <a:pPr marL="0" indent="0" algn="r" rtl="1">
              <a:lnSpc>
                <a:spcPct val="108000"/>
              </a:lnSpc>
              <a:buNone/>
            </a:pPr>
            <a:r>
              <a:rPr lang="en-US" sz="4000" b="1" dirty="0">
                <a:solidFill>
                  <a:srgbClr val="FFFFFF"/>
                </a:solidFill>
                <a:latin typeface="HelveticaNeueLT Arabic 55 Roman" panose="020B0604020202020204" pitchFamily="34" charset="-78"/>
                <a:ea typeface="Cambria" pitchFamily="34" charset="-122"/>
                <a:cs typeface="HelveticaNeueLT Arabic 55 Roman" panose="020B0604020202020204" pitchFamily="34" charset="-78"/>
              </a:rPr>
              <a:t>التوجّه الاستراتيجي لتخصيص</a:t>
            </a:r>
            <a:endParaRPr lang="en-US" sz="4000" dirty="0">
              <a:latin typeface="HelveticaNeueLT Arabic 55 Roman" panose="020B0604020202020204" pitchFamily="34" charset="-78"/>
              <a:cs typeface="HelveticaNeueLT Arabic 55 Roman" panose="020B0604020202020204" pitchFamily="34" charset="-78"/>
            </a:endParaRPr>
          </a:p>
          <a:p>
            <a:pPr marL="0" indent="0" algn="r" rtl="1">
              <a:lnSpc>
                <a:spcPct val="108000"/>
              </a:lnSpc>
              <a:buNone/>
            </a:pPr>
            <a:r>
              <a:rPr lang="en-US" sz="4000" b="1" dirty="0">
                <a:solidFill>
                  <a:srgbClr val="FFFFFF"/>
                </a:solidFill>
                <a:latin typeface="HelveticaNeueLT Arabic 55 Roman" panose="020B0604020202020204" pitchFamily="34" charset="-78"/>
                <a:ea typeface="Cambria" pitchFamily="34" charset="-122"/>
                <a:cs typeface="HelveticaNeueLT Arabic 55 Roman" panose="020B0604020202020204" pitchFamily="34" charset="-78"/>
              </a:rPr>
              <a:t>الاستثمار العقاري في المملكة</a:t>
            </a:r>
            <a:endParaRPr lang="en-US" sz="4000" dirty="0">
              <a:latin typeface="HelveticaNeueLT Arabic 55 Roman" panose="020B0604020202020204" pitchFamily="34" charset="-78"/>
              <a:cs typeface="HelveticaNeueLT Arabic 55 Roman" panose="020B0604020202020204" pitchFamily="34" charset="-78"/>
            </a:endParaRPr>
          </a:p>
        </p:txBody>
      </p:sp>
      <p:sp>
        <p:nvSpPr>
          <p:cNvPr id="4" name="Text 2"/>
          <p:cNvSpPr/>
          <p:nvPr/>
        </p:nvSpPr>
        <p:spPr>
          <a:xfrm>
            <a:off x="2560320" y="4389120"/>
            <a:ext cx="8961120" cy="822960"/>
          </a:xfrm>
          <a:prstGeom prst="rect">
            <a:avLst/>
          </a:prstGeom>
          <a:noFill/>
          <a:ln/>
        </p:spPr>
        <p:txBody>
          <a:bodyPr wrap="square" rtlCol="0" anchor="ctr"/>
          <a:lstStyle/>
          <a:p>
            <a:pPr marL="0" indent="0" algn="r" rtl="1">
              <a:lnSpc>
                <a:spcPct val="125000"/>
              </a:lnSpc>
              <a:buNone/>
            </a:pPr>
            <a:r>
              <a:rPr lang="en-US"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أي المناطق وأنواع العقار الأولى بالتركيز؟ قراءة تحليلية مبنية على الرقم القياسي الرسمي لأسعار العقارات (GASTAT REPI) </a:t>
            </a:r>
            <a:endParaRPr lang="ar-SA"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endParaRPr>
          </a:p>
          <a:p>
            <a:pPr marL="0" indent="0" algn="r" rtl="1">
              <a:lnSpc>
                <a:spcPct val="125000"/>
              </a:lnSpc>
              <a:buNone/>
            </a:pPr>
            <a:endParaRPr lang="ar-SA"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endParaRPr>
          </a:p>
          <a:p>
            <a:pPr marL="0" indent="0" algn="r" rtl="1">
              <a:lnSpc>
                <a:spcPct val="125000"/>
              </a:lnSpc>
              <a:buNone/>
            </a:pPr>
            <a:r>
              <a:rPr lang="en-US" sz="1400" dirty="0" err="1">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الربع</a:t>
            </a:r>
            <a:r>
              <a:rPr lang="en-US"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 الثاني 2026</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640080" y="6263640"/>
            <a:ext cx="10881360" cy="320040"/>
          </a:xfrm>
          <a:prstGeom prst="rect">
            <a:avLst/>
          </a:prstGeom>
          <a:noFill/>
          <a:ln/>
        </p:spPr>
        <p:txBody>
          <a:bodyPr wrap="square" rtlCol="0" anchor="ctr"/>
          <a:lstStyle/>
          <a:p>
            <a:pPr marL="0" indent="0" algn="r" rtl="1">
              <a:buNone/>
            </a:pPr>
            <a:r>
              <a:rPr lang="ar-SA" sz="1050" dirty="0">
                <a:solidFill>
                  <a:srgbClr val="8E97AC"/>
                </a:solidFill>
                <a:latin typeface="HelveticaNeueLT Arabic 55 Roman" panose="020B0604020202020204" pitchFamily="34" charset="-78"/>
                <a:ea typeface="Arial" pitchFamily="34" charset="-122"/>
                <a:cs typeface="HelveticaNeueLT Arabic 55 Roman" panose="020B0604020202020204" pitchFamily="34" charset="-78"/>
              </a:rPr>
              <a:t>إعداد : وحيد سيف </a:t>
            </a:r>
            <a:endParaRPr lang="en-US" sz="1050" dirty="0">
              <a:latin typeface="HelveticaNeueLT Arabic 55 Roman" panose="020B0604020202020204" pitchFamily="34" charset="-78"/>
              <a:cs typeface="HelveticaNeueLT Arabic 55 Roman" panose="020B0604020202020204" pitchFamily="34" charset="-78"/>
            </a:endParaRPr>
          </a:p>
        </p:txBody>
      </p:sp>
      <p:sp>
        <p:nvSpPr>
          <p:cNvPr id="8" name="Text 1">
            <a:extLst>
              <a:ext uri="{FF2B5EF4-FFF2-40B4-BE49-F238E27FC236}">
                <a16:creationId xmlns:a16="http://schemas.microsoft.com/office/drawing/2014/main" id="{65C70C1F-48B0-4913-981E-FFEA57F68FE1}"/>
              </a:ext>
            </a:extLst>
          </p:cNvPr>
          <p:cNvSpPr/>
          <p:nvPr/>
        </p:nvSpPr>
        <p:spPr>
          <a:xfrm>
            <a:off x="640080" y="548640"/>
            <a:ext cx="10881360" cy="411481"/>
          </a:xfrm>
          <a:prstGeom prst="rect">
            <a:avLst/>
          </a:prstGeom>
          <a:noFill/>
          <a:ln/>
        </p:spPr>
        <p:txBody>
          <a:bodyPr wrap="square" rtlCol="0" anchor="ctr"/>
          <a:lstStyle/>
          <a:p>
            <a:pPr marL="0" indent="0" algn="r" rtl="1">
              <a:lnSpc>
                <a:spcPct val="108000"/>
              </a:lnSpc>
              <a:buNone/>
            </a:pPr>
            <a:r>
              <a:rPr lang="ar-SA" b="1" dirty="0">
                <a:solidFill>
                  <a:srgbClr val="E4D3B8"/>
                </a:solidFill>
                <a:latin typeface="HelveticaNeueLT Arabic 55 Roman" panose="020B0604020202020204" pitchFamily="34" charset="-78"/>
                <a:ea typeface="Cambria" pitchFamily="34" charset="-122"/>
                <a:cs typeface="HelveticaNeueLT Arabic 55 Roman" panose="020B0604020202020204" pitchFamily="34" charset="-78"/>
              </a:rPr>
              <a:t>قطاع التطوير العقاري – تحليل استراتيجي</a:t>
            </a:r>
            <a:endParaRPr lang="en-US" dirty="0">
              <a:solidFill>
                <a:srgbClr val="E4D3B8"/>
              </a:solidFill>
              <a:latin typeface="HelveticaNeueLT Arabic 55 Roman" panose="020B0604020202020204" pitchFamily="34" charset="-78"/>
              <a:cs typeface="HelveticaNeueLT Arabic 55 Roman" panose="020B0604020202020204" pitchFamily="34" charset="-78"/>
            </a:endParaRPr>
          </a:p>
        </p:txBody>
      </p:sp>
      <p:sp>
        <p:nvSpPr>
          <p:cNvPr id="9" name="Disclaimer"/>
          <p:cNvSpPr txBox="1"/>
          <p:nvPr/>
        </p:nvSpPr>
        <p:spPr>
          <a:xfrm>
            <a:off x="640080" y="5669280"/>
            <a:ext cx="10881360" cy="548640"/>
          </a:xfrm>
          <a:prstGeom prst="rect">
            <a:avLst/>
          </a:prstGeom>
          <a:noFill/>
          <a:ln/>
        </p:spPr>
        <p:txBody>
          <a:bodyPr wrap="square" rtlCol="0" anchor="b"/>
          <a:lstStyle/>
          <a:p>
            <a:pPr marL="0" indent="0" algn="r" rtl="1">
              <a:buNone/>
            </a:pPr>
            <a:r>
              <a:rPr lang="ar-SA" sz="1000" dirty="0">
                <a:solidFill>
                  <a:srgbClr val="8E97AC"/>
                </a:solidFill>
                <a:latin typeface="HelveticaNeueLT Arabic 55 Roman" panose="020B0604020202020204" pitchFamily="34" charset="-78"/>
                <a:ea typeface="Arial" pitchFamily="34" charset="-122"/>
                <a:cs typeface="HelveticaNeueLT Arabic 55 Roman" panose="020B0604020202020204" pitchFamily="34" charset="-78"/>
              </a:rPr>
              <a:t>مشروع شخصي مبني على بيانات عامة فقط، ولا يمثّل رأي أي جهة عمل، وليس نصيحة استثمارية.</a:t>
            </a:r>
          </a:p>
          <a:p>
            <a:pPr marL="0" indent="0" algn="r" rtl="0">
              <a:buNone/>
            </a:pPr>
            <a:r>
              <a:rPr lang="en-US" sz="1000" dirty="0">
                <a:solidFill>
                  <a:srgbClr val="8E97AC"/>
                </a:solidFill>
                <a:latin typeface="HelveticaNeueLT Arabic 55 Roman" panose="020B0604020202020204" pitchFamily="34" charset="-78"/>
                <a:ea typeface="Arial" pitchFamily="34" charset="-122"/>
                <a:cs typeface="HelveticaNeueLT Arabic 55 Roman" panose="020B0604020202020204" pitchFamily="34" charset="-78"/>
              </a:rPr>
              <a:t>Personal project using public data only. Not the view of any employer. Not investment advice.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a:effectLst/>
      </p:bgPr>
    </p:bg>
    <p:spTree>
      <p:nvGrpSpPr>
        <p:cNvPr id="1" name=""/>
        <p:cNvGrpSpPr/>
        <p:nvPr/>
      </p:nvGrpSpPr>
      <p:grpSpPr>
        <a:xfrm>
          <a:off x="0" y="0"/>
          <a:ext cx="0" cy="0"/>
          <a:chOff x="0" y="0"/>
          <a:chExt cx="0" cy="0"/>
        </a:xfrm>
      </p:grpSpPr>
      <p:sp>
        <p:nvSpPr>
          <p:cNvPr id="3" name="Text 1"/>
          <p:cNvSpPr/>
          <p:nvPr/>
        </p:nvSpPr>
        <p:spPr>
          <a:xfrm>
            <a:off x="640080" y="960120"/>
            <a:ext cx="10881360" cy="1463040"/>
          </a:xfrm>
          <a:prstGeom prst="rect">
            <a:avLst/>
          </a:prstGeom>
          <a:noFill/>
          <a:ln/>
        </p:spPr>
        <p:txBody>
          <a:bodyPr wrap="square" rtlCol="0" anchor="ctr"/>
          <a:lstStyle/>
          <a:p>
            <a:pPr marL="0" indent="0" algn="r" rtl="1">
              <a:lnSpc>
                <a:spcPct val="115000"/>
              </a:lnSpc>
              <a:buNone/>
            </a:pPr>
            <a:r>
              <a:rPr lang="en-US" sz="2700" b="1" dirty="0">
                <a:solidFill>
                  <a:srgbClr val="FFFFFF"/>
                </a:solidFill>
                <a:latin typeface="HelveticaNeueLT Arabic 55 Roman" panose="020B0604020202020204" pitchFamily="34" charset="-78"/>
                <a:ea typeface="Cambria" pitchFamily="34" charset="-122"/>
                <a:cs typeface="HelveticaNeueLT Arabic 55 Roman" panose="020B0604020202020204" pitchFamily="34" charset="-78"/>
              </a:rPr>
              <a:t>توصيتنا: تركيز التخصيص الرأسمالي على منطقة الرياض وفئة الأراضي السكنية، مع تجميد أي تخصيص جديد لمنطقة الباحة لحين تحقق ميداني</a:t>
            </a:r>
            <a:endParaRPr lang="en-US" sz="27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836676" y="2788920"/>
            <a:ext cx="3291840" cy="1874520"/>
          </a:xfrm>
          <a:prstGeom prst="roundRect">
            <a:avLst>
              <a:gd name="adj" fmla="val 3902"/>
            </a:avLst>
          </a:prstGeom>
          <a:solidFill>
            <a:srgbClr val="FFFFFF">
              <a:alpha val="20000"/>
            </a:srgbClr>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836676" y="2971800"/>
            <a:ext cx="3291840" cy="777240"/>
          </a:xfrm>
          <a:prstGeom prst="rect">
            <a:avLst/>
          </a:prstGeom>
          <a:noFill/>
          <a:ln/>
        </p:spPr>
        <p:txBody>
          <a:bodyPr wrap="square" rtlCol="0" anchor="ctr"/>
          <a:lstStyle/>
          <a:p>
            <a:pPr marL="0" indent="0" algn="ctr" rtl="1">
              <a:buNone/>
            </a:pPr>
            <a:r>
              <a:rPr lang="en-US" sz="3400" b="1" dirty="0">
                <a:solidFill>
                  <a:srgbClr val="3F7A55"/>
                </a:solidFill>
                <a:effectLst>
                  <a:outerShdw blurRad="38100" dist="38100" dir="2700000" algn="tl">
                    <a:srgbClr val="000000">
                      <a:alpha val="43137"/>
                    </a:srgbClr>
                  </a:outerShdw>
                </a:effectLst>
                <a:latin typeface="HelveticaNeueLT Arabic 55 Roman" panose="020B0604020202020204" pitchFamily="34" charset="-78"/>
                <a:ea typeface="Cambria" pitchFamily="34" charset="-122"/>
                <a:cs typeface="HelveticaNeueLT Arabic 55 Roman" panose="020B0604020202020204" pitchFamily="34" charset="-78"/>
              </a:rPr>
              <a:t>+55.9%</a:t>
            </a:r>
            <a:endParaRPr lang="en-US" sz="3400" dirty="0">
              <a:effectLst>
                <a:outerShdw blurRad="38100" dist="38100" dir="2700000" algn="tl">
                  <a:srgbClr val="000000">
                    <a:alpha val="43137"/>
                  </a:srgbClr>
                </a:outerShdw>
              </a:effectLst>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1019556" y="3749040"/>
            <a:ext cx="2926080" cy="822960"/>
          </a:xfrm>
          <a:prstGeom prst="rect">
            <a:avLst/>
          </a:prstGeom>
          <a:noFill/>
          <a:ln/>
        </p:spPr>
        <p:txBody>
          <a:bodyPr wrap="square" rtlCol="0" anchor="ctr"/>
          <a:lstStyle/>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نمو تراكمي في الرياض</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(2021Q1–2026Q2)</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p:txBody>
      </p:sp>
      <p:sp>
        <p:nvSpPr>
          <p:cNvPr id="7" name="Shape 5"/>
          <p:cNvSpPr/>
          <p:nvPr/>
        </p:nvSpPr>
        <p:spPr>
          <a:xfrm>
            <a:off x="4448556" y="2788920"/>
            <a:ext cx="3291840" cy="1874520"/>
          </a:xfrm>
          <a:prstGeom prst="roundRect">
            <a:avLst>
              <a:gd name="adj" fmla="val 3902"/>
            </a:avLst>
          </a:prstGeom>
          <a:solidFill>
            <a:srgbClr val="FFFFFF">
              <a:alpha val="20000"/>
            </a:srgbClr>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4448556" y="2971800"/>
            <a:ext cx="3291840" cy="777240"/>
          </a:xfrm>
          <a:prstGeom prst="rect">
            <a:avLst/>
          </a:prstGeom>
          <a:noFill/>
          <a:ln/>
        </p:spPr>
        <p:txBody>
          <a:bodyPr wrap="square" rtlCol="0" anchor="ctr"/>
          <a:lstStyle/>
          <a:p>
            <a:pPr marL="0" indent="0" algn="ctr" rtl="1">
              <a:buNone/>
            </a:pPr>
            <a:r>
              <a:rPr lang="en-US" sz="3400" b="1" dirty="0">
                <a:solidFill>
                  <a:srgbClr val="3F7A55"/>
                </a:solidFill>
                <a:effectLst>
                  <a:outerShdw blurRad="38100" dist="38100" dir="2700000" algn="tl">
                    <a:srgbClr val="000000">
                      <a:alpha val="43137"/>
                    </a:srgbClr>
                  </a:outerShdw>
                </a:effectLst>
                <a:latin typeface="HelveticaNeueLT Arabic 55 Roman" panose="020B0604020202020204" pitchFamily="34" charset="-78"/>
                <a:ea typeface="Cambria" pitchFamily="34" charset="-122"/>
                <a:cs typeface="HelveticaNeueLT Arabic 55 Roman" panose="020B0604020202020204" pitchFamily="34" charset="-78"/>
              </a:rPr>
              <a:t>+33.6%</a:t>
            </a:r>
            <a:endParaRPr lang="en-US" sz="3400" dirty="0">
              <a:effectLst>
                <a:outerShdw blurRad="38100" dist="38100" dir="2700000" algn="tl">
                  <a:srgbClr val="000000">
                    <a:alpha val="43137"/>
                  </a:srgbClr>
                </a:outerShdw>
              </a:effectLst>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4631436" y="3749040"/>
            <a:ext cx="2926080" cy="822960"/>
          </a:xfrm>
          <a:prstGeom prst="rect">
            <a:avLst/>
          </a:prstGeom>
          <a:noFill/>
          <a:ln/>
        </p:spPr>
        <p:txBody>
          <a:bodyPr wrap="square" rtlCol="0" anchor="ctr"/>
          <a:lstStyle/>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نمو الأراضي السكنية</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وهي الأقل تقلباً بين الأنواع</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p:txBody>
      </p:sp>
      <p:sp>
        <p:nvSpPr>
          <p:cNvPr id="10" name="Shape 8"/>
          <p:cNvSpPr/>
          <p:nvPr/>
        </p:nvSpPr>
        <p:spPr>
          <a:xfrm>
            <a:off x="8060436" y="2788920"/>
            <a:ext cx="3291840" cy="1874520"/>
          </a:xfrm>
          <a:prstGeom prst="roundRect">
            <a:avLst>
              <a:gd name="adj" fmla="val 3902"/>
            </a:avLst>
          </a:prstGeom>
          <a:solidFill>
            <a:srgbClr val="FFFFFF">
              <a:alpha val="20000"/>
            </a:srgbClr>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8060436" y="2971800"/>
            <a:ext cx="3291840" cy="777240"/>
          </a:xfrm>
          <a:prstGeom prst="rect">
            <a:avLst/>
          </a:prstGeom>
          <a:noFill/>
          <a:ln/>
        </p:spPr>
        <p:txBody>
          <a:bodyPr wrap="square" rtlCol="0" anchor="ctr"/>
          <a:lstStyle/>
          <a:p>
            <a:pPr marL="0" indent="0" algn="ctr" rtl="1">
              <a:buNone/>
            </a:pPr>
            <a:r>
              <a:rPr lang="en-US" sz="3400" b="1" dirty="0">
                <a:solidFill>
                  <a:srgbClr val="A8483D"/>
                </a:solidFill>
                <a:effectLst>
                  <a:outerShdw blurRad="38100" dist="38100" dir="2700000" algn="tl">
                    <a:srgbClr val="000000">
                      <a:alpha val="43137"/>
                    </a:srgbClr>
                  </a:outerShdw>
                </a:effectLst>
                <a:latin typeface="HelveticaNeueLT Arabic 55 Roman" panose="020B0604020202020204" pitchFamily="34" charset="-78"/>
                <a:ea typeface="Cambria" pitchFamily="34" charset="-122"/>
                <a:cs typeface="HelveticaNeueLT Arabic 55 Roman" panose="020B0604020202020204" pitchFamily="34" charset="-78"/>
              </a:rPr>
              <a:t>-32.1%</a:t>
            </a:r>
            <a:endParaRPr lang="en-US" sz="3400" dirty="0">
              <a:effectLst>
                <a:outerShdw blurRad="38100" dist="38100" dir="2700000" algn="tl">
                  <a:srgbClr val="000000">
                    <a:alpha val="43137"/>
                  </a:srgbClr>
                </a:outerShdw>
              </a:effectLst>
              <a:latin typeface="HelveticaNeueLT Arabic 55 Roman" panose="020B0604020202020204" pitchFamily="34" charset="-78"/>
              <a:cs typeface="HelveticaNeueLT Arabic 55 Roman" panose="020B0604020202020204" pitchFamily="34" charset="-78"/>
            </a:endParaRPr>
          </a:p>
        </p:txBody>
      </p:sp>
      <p:sp>
        <p:nvSpPr>
          <p:cNvPr id="12" name="Text 10"/>
          <p:cNvSpPr/>
          <p:nvPr/>
        </p:nvSpPr>
        <p:spPr>
          <a:xfrm>
            <a:off x="8243316" y="3749040"/>
            <a:ext cx="2926080" cy="822960"/>
          </a:xfrm>
          <a:prstGeom prst="rect">
            <a:avLst/>
          </a:prstGeom>
          <a:noFill/>
          <a:ln/>
        </p:spPr>
        <p:txBody>
          <a:bodyPr wrap="square" rtlCol="0" anchor="ctr"/>
          <a:lstStyle/>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انخفاض تراكمي في الباحة</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50" dirty="0">
                <a:solidFill>
                  <a:schemeClr val="bg1"/>
                </a:solidFill>
                <a:latin typeface="HelveticaNeueLT Arabic 55 Roman" panose="020B0604020202020204" pitchFamily="34" charset="-78"/>
                <a:ea typeface="Arial" pitchFamily="34" charset="-122"/>
                <a:cs typeface="HelveticaNeueLT Arabic 55 Roman" panose="020B0604020202020204" pitchFamily="34" charset="-78"/>
              </a:rPr>
              <a:t>يستدعي تحققاً إضافياً</a:t>
            </a:r>
            <a:endParaRPr lang="en-US" sz="1250" dirty="0">
              <a:solidFill>
                <a:schemeClr val="bg1"/>
              </a:solidFill>
              <a:latin typeface="HelveticaNeueLT Arabic 55 Roman" panose="020B0604020202020204" pitchFamily="34" charset="-78"/>
              <a:cs typeface="HelveticaNeueLT Arabic 55 Roman" panose="020B0604020202020204" pitchFamily="34" charset="-78"/>
            </a:endParaRPr>
          </a:p>
        </p:txBody>
      </p:sp>
      <p:sp>
        <p:nvSpPr>
          <p:cNvPr id="13" name="Text 11"/>
          <p:cNvSpPr/>
          <p:nvPr/>
        </p:nvSpPr>
        <p:spPr>
          <a:xfrm>
            <a:off x="640080" y="5074920"/>
            <a:ext cx="10881360" cy="822960"/>
          </a:xfrm>
          <a:prstGeom prst="rect">
            <a:avLst/>
          </a:prstGeom>
          <a:noFill/>
          <a:ln/>
        </p:spPr>
        <p:txBody>
          <a:bodyPr wrap="square" rtlCol="0" anchor="ctr"/>
          <a:lstStyle/>
          <a:p>
            <a:pPr marL="0" indent="0" algn="r" rtl="1">
              <a:lnSpc>
                <a:spcPct val="130000"/>
              </a:lnSpc>
              <a:buNone/>
            </a:pPr>
            <a:r>
              <a:rPr lang="en-US" sz="1300" i="1"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الأساس: الرياض تتفوق بفارق كبير على كل المناطق الأخرى، والأراضي السكنية تجمع بين أعلى نمو وأدنى تقلب بين فئات الأصول. في المقابل، الباحة هي المنطقة الوحيدة التي تُظهر اتجاهاً هبوطياً حاداً ومستمراً.</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8E97AC"/>
                </a:solidFill>
                <a:latin typeface="HelveticaNeueLT Arabic 55 Roman" panose="020B0604020202020204" pitchFamily="34" charset="-78"/>
                <a:ea typeface="Arial" pitchFamily="34" charset="-122"/>
                <a:cs typeface="HelveticaNeueLT Arabic 55 Roman" panose="020B0604020202020204" pitchFamily="34" charset="-78"/>
              </a:rPr>
              <a:t>2</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6" name="Text 1">
            <a:extLst>
              <a:ext uri="{FF2B5EF4-FFF2-40B4-BE49-F238E27FC236}">
                <a16:creationId xmlns:a16="http://schemas.microsoft.com/office/drawing/2014/main" id="{6363A0FA-86D1-3C17-B448-1E5597121047}"/>
              </a:ext>
            </a:extLst>
          </p:cNvPr>
          <p:cNvSpPr/>
          <p:nvPr/>
        </p:nvSpPr>
        <p:spPr>
          <a:xfrm>
            <a:off x="640080" y="548640"/>
            <a:ext cx="10881360" cy="411481"/>
          </a:xfrm>
          <a:prstGeom prst="rect">
            <a:avLst/>
          </a:prstGeom>
          <a:noFill/>
          <a:ln/>
        </p:spPr>
        <p:txBody>
          <a:bodyPr wrap="square" rtlCol="0" anchor="ctr"/>
          <a:lstStyle/>
          <a:p>
            <a:pPr marL="0" indent="0" algn="r" rtl="1">
              <a:lnSpc>
                <a:spcPct val="108000"/>
              </a:lnSpc>
              <a:buNone/>
            </a:pPr>
            <a:r>
              <a:rPr lang="ar-SA" b="1" dirty="0">
                <a:solidFill>
                  <a:srgbClr val="E4D3B8"/>
                </a:solidFill>
                <a:latin typeface="HelveticaNeueLT Arabic 55 Roman" panose="020B0604020202020204" pitchFamily="34" charset="-78"/>
                <a:ea typeface="Cambria" pitchFamily="34" charset="-122"/>
                <a:cs typeface="HelveticaNeueLT Arabic 55 Roman" panose="020B0604020202020204" pitchFamily="34" charset="-78"/>
              </a:rPr>
              <a:t>القرار المطلوب من هذا العرض</a:t>
            </a:r>
            <a:endParaRPr lang="en-US" dirty="0">
              <a:solidFill>
                <a:srgbClr val="E4D3B8"/>
              </a:solidFill>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0" y="457200"/>
            <a:ext cx="7315200" cy="548640"/>
          </a:xfrm>
          <a:prstGeom prst="rect">
            <a:avLst/>
          </a:prstGeom>
          <a:noFill/>
          <a:ln/>
        </p:spPr>
        <p:txBody>
          <a:bodyPr wrap="square" rtlCol="0" anchor="ctr"/>
          <a:lstStyle/>
          <a:p>
            <a:pPr marL="0" indent="0" algn="r" rtl="1">
              <a:buNone/>
            </a:pPr>
            <a:r>
              <a:rPr lang="en-US" sz="30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محاور العرض</a:t>
            </a:r>
            <a:endParaRPr lang="en-US" sz="3000" dirty="0">
              <a:latin typeface="HelveticaNeueLT Arabic 55 Roman" panose="020B0604020202020204" pitchFamily="34" charset="-78"/>
              <a:cs typeface="HelveticaNeueLT Arabic 55 Roman" panose="020B0604020202020204" pitchFamily="34" charset="-78"/>
            </a:endParaRPr>
          </a:p>
        </p:txBody>
      </p:sp>
      <p:sp>
        <p:nvSpPr>
          <p:cNvPr id="5" name="Shape 3"/>
          <p:cNvSpPr/>
          <p:nvPr/>
        </p:nvSpPr>
        <p:spPr>
          <a:xfrm>
            <a:off x="6217920" y="1911096"/>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8" name="Shape 6"/>
          <p:cNvSpPr/>
          <p:nvPr/>
        </p:nvSpPr>
        <p:spPr>
          <a:xfrm>
            <a:off x="6217920" y="2478024"/>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1" name="Shape 9"/>
          <p:cNvSpPr/>
          <p:nvPr/>
        </p:nvSpPr>
        <p:spPr>
          <a:xfrm>
            <a:off x="6217920" y="3044952"/>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Shape 12"/>
          <p:cNvSpPr/>
          <p:nvPr/>
        </p:nvSpPr>
        <p:spPr>
          <a:xfrm>
            <a:off x="6217920" y="3611880"/>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7" name="Shape 15"/>
          <p:cNvSpPr/>
          <p:nvPr/>
        </p:nvSpPr>
        <p:spPr>
          <a:xfrm>
            <a:off x="6217920" y="4178808"/>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0" name="Shape 18"/>
          <p:cNvSpPr/>
          <p:nvPr/>
        </p:nvSpPr>
        <p:spPr>
          <a:xfrm>
            <a:off x="6217920" y="4745736"/>
            <a:ext cx="52120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3" name="Shape 21"/>
          <p:cNvSpPr/>
          <p:nvPr/>
        </p:nvSpPr>
        <p:spPr>
          <a:xfrm>
            <a:off x="640080" y="1911096"/>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6" name="Shape 24"/>
          <p:cNvSpPr/>
          <p:nvPr/>
        </p:nvSpPr>
        <p:spPr>
          <a:xfrm>
            <a:off x="640080" y="2478024"/>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9" name="Shape 27"/>
          <p:cNvSpPr/>
          <p:nvPr/>
        </p:nvSpPr>
        <p:spPr>
          <a:xfrm>
            <a:off x="640080" y="3044952"/>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32" name="Shape 30"/>
          <p:cNvSpPr/>
          <p:nvPr/>
        </p:nvSpPr>
        <p:spPr>
          <a:xfrm>
            <a:off x="640080" y="3611880"/>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35" name="Shape 33"/>
          <p:cNvSpPr/>
          <p:nvPr/>
        </p:nvSpPr>
        <p:spPr>
          <a:xfrm>
            <a:off x="640080" y="4178808"/>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10863072" y="1417320"/>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01</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10863072" y="1984248"/>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02</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10863072" y="2551176"/>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03</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12" name="Text 10"/>
          <p:cNvSpPr/>
          <p:nvPr/>
        </p:nvSpPr>
        <p:spPr>
          <a:xfrm>
            <a:off x="10863072" y="3118104"/>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04</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10863072" y="3685032"/>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05</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18" name="Text 16"/>
          <p:cNvSpPr/>
          <p:nvPr/>
        </p:nvSpPr>
        <p:spPr>
          <a:xfrm>
            <a:off x="10863072" y="4251960"/>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06</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5285232" y="1417320"/>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07</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24" name="Text 22"/>
          <p:cNvSpPr/>
          <p:nvPr/>
        </p:nvSpPr>
        <p:spPr>
          <a:xfrm>
            <a:off x="5285232" y="1984248"/>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08</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27" name="Text 25"/>
          <p:cNvSpPr/>
          <p:nvPr/>
        </p:nvSpPr>
        <p:spPr>
          <a:xfrm>
            <a:off x="5285232" y="2551176"/>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09</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30" name="Text 28"/>
          <p:cNvSpPr/>
          <p:nvPr/>
        </p:nvSpPr>
        <p:spPr>
          <a:xfrm>
            <a:off x="5285232" y="3118104"/>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10</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33" name="Text 31"/>
          <p:cNvSpPr/>
          <p:nvPr/>
        </p:nvSpPr>
        <p:spPr>
          <a:xfrm>
            <a:off x="5285232" y="3685032"/>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11</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36" name="Text 34"/>
          <p:cNvSpPr/>
          <p:nvPr/>
        </p:nvSpPr>
        <p:spPr>
          <a:xfrm>
            <a:off x="5285232" y="4251960"/>
            <a:ext cx="640080" cy="475488"/>
          </a:xfrm>
          <a:prstGeom prst="rect">
            <a:avLst/>
          </a:prstGeom>
          <a:noFill/>
          <a:ln/>
        </p:spPr>
        <p:txBody>
          <a:bodyPr wrap="square" rtlCol="0" anchor="ctr"/>
          <a:lstStyle/>
          <a:p>
            <a:pPr marL="0" indent="0" algn="r" rtl="1">
              <a:buNone/>
            </a:pPr>
            <a:r>
              <a:rPr lang="en-US" sz="1800" b="1" dirty="0">
                <a:solidFill>
                  <a:srgbClr val="B8935F"/>
                </a:solidFill>
                <a:latin typeface="HelveticaNeueLT Arabic 55 Roman" panose="020B0604020202020204" pitchFamily="34" charset="-78"/>
                <a:ea typeface="Cambria" pitchFamily="34" charset="-122"/>
                <a:cs typeface="HelveticaNeueLT Arabic 55 Roman" panose="020B0604020202020204" pitchFamily="34" charset="-78"/>
              </a:rPr>
              <a:t>12</a:t>
            </a:r>
            <a:endParaRPr lang="en-US" sz="1800" dirty="0">
              <a:latin typeface="HelveticaNeueLT Arabic 55 Roman" panose="020B0604020202020204" pitchFamily="34" charset="-78"/>
              <a:cs typeface="HelveticaNeueLT Arabic 55 Roman" panose="020B0604020202020204" pitchFamily="34" charset="-78"/>
            </a:endParaRPr>
          </a:p>
        </p:txBody>
      </p:sp>
      <p:sp>
        <p:nvSpPr>
          <p:cNvPr id="4" name="Text 2"/>
          <p:cNvSpPr/>
          <p:nvPr/>
        </p:nvSpPr>
        <p:spPr>
          <a:xfrm>
            <a:off x="6382512" y="1417320"/>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المنهجية ومصادر البيانات</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6382512" y="1984248"/>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جودة البيانات وحدودها</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6382512" y="2551176"/>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نظرة عامة على اتجاه السوق</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3" name="Text 11"/>
          <p:cNvSpPr/>
          <p:nvPr/>
        </p:nvSpPr>
        <p:spPr>
          <a:xfrm>
            <a:off x="6382512" y="3118104"/>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ترتيب المناطق حسب الأداء</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6" name="Text 14"/>
          <p:cNvSpPr/>
          <p:nvPr/>
        </p:nvSpPr>
        <p:spPr>
          <a:xfrm>
            <a:off x="6382512" y="3685032"/>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مقارنة أنواع العقار السكني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9" name="Text 17"/>
          <p:cNvSpPr/>
          <p:nvPr/>
        </p:nvSpPr>
        <p:spPr>
          <a:xfrm>
            <a:off x="6382512" y="4251960"/>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الموسمية الربعية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2" name="Text 20"/>
          <p:cNvSpPr/>
          <p:nvPr/>
        </p:nvSpPr>
        <p:spPr>
          <a:xfrm>
            <a:off x="804672" y="1417320"/>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السياق السوقي التكميلي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5" name="Text 23"/>
          <p:cNvSpPr/>
          <p:nvPr/>
        </p:nvSpPr>
        <p:spPr>
          <a:xfrm>
            <a:off x="804672" y="1984248"/>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تحليل السيناريو والحساسية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8" name="Text 26"/>
          <p:cNvSpPr/>
          <p:nvPr/>
        </p:nvSpPr>
        <p:spPr>
          <a:xfrm>
            <a:off x="804672" y="2551176"/>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إطار عمل IRR / NPV</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31" name="Text 29"/>
          <p:cNvSpPr/>
          <p:nvPr/>
        </p:nvSpPr>
        <p:spPr>
          <a:xfrm>
            <a:off x="804672" y="3118104"/>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المخاطر والفرص</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34" name="Text 32"/>
          <p:cNvSpPr/>
          <p:nvPr/>
        </p:nvSpPr>
        <p:spPr>
          <a:xfrm>
            <a:off x="804672" y="3685032"/>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التوصيات الاستراتيجية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37" name="Text 35"/>
          <p:cNvSpPr/>
          <p:nvPr/>
        </p:nvSpPr>
        <p:spPr>
          <a:xfrm>
            <a:off x="804672" y="4251960"/>
            <a:ext cx="4526280" cy="475488"/>
          </a:xfrm>
          <a:prstGeom prst="rect">
            <a:avLst/>
          </a:prstGeom>
          <a:noFill/>
          <a:ln/>
        </p:spPr>
        <p:txBody>
          <a:bodyPr wrap="square" rtlCol="0" anchor="ctr"/>
          <a:lstStyle/>
          <a:p>
            <a:pPr marL="0" indent="0" algn="r" rtl="1">
              <a:buNone/>
            </a:pPr>
            <a:r>
              <a:rPr lang="en-US" sz="15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خارطة الطريق التنفيذية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38" name="Shape 36"/>
          <p:cNvSpPr/>
          <p:nvPr/>
        </p:nvSpPr>
        <p:spPr>
          <a:xfrm>
            <a:off x="640080" y="4745736"/>
            <a:ext cx="58521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39" name="Text 37"/>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40" name="Text 38"/>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3</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377440" y="457200"/>
            <a:ext cx="9144000" cy="54864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المنهجية ومصادر البيانات</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Shape 1"/>
          <p:cNvSpPr/>
          <p:nvPr/>
        </p:nvSpPr>
        <p:spPr>
          <a:xfrm>
            <a:off x="6309360" y="1371600"/>
            <a:ext cx="5212080" cy="4709160"/>
          </a:xfrm>
          <a:prstGeom prst="roundRect">
            <a:avLst>
              <a:gd name="adj" fmla="val 1165"/>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10835640" y="1691640"/>
            <a:ext cx="457200" cy="457200"/>
          </a:xfrm>
          <a:prstGeom prst="ellipse">
            <a:avLst/>
          </a:prstGeom>
          <a:solidFill>
            <a:srgbClr val="1B2A4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10835640" y="1691640"/>
            <a:ext cx="457200" cy="45720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1</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6537960" y="1691640"/>
            <a:ext cx="4114800" cy="411480"/>
          </a:xfrm>
          <a:prstGeom prst="rect">
            <a:avLst/>
          </a:prstGeom>
          <a:noFill/>
          <a:ln/>
        </p:spPr>
        <p:txBody>
          <a:bodyPr wrap="square" rtlCol="0" anchor="ctr"/>
          <a:lstStyle/>
          <a:p>
            <a:pPr marL="0" indent="0" algn="r" rtl="1">
              <a:buNone/>
            </a:pPr>
            <a:r>
              <a:rPr lang="en-US" sz="16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المصدر الأساسي</a:t>
            </a:r>
            <a:endParaRPr lang="en-US" sz="16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6537960" y="2194560"/>
            <a:ext cx="4754880" cy="1828800"/>
          </a:xfrm>
          <a:prstGeom prst="rect">
            <a:avLst/>
          </a:prstGeom>
          <a:noFill/>
          <a:ln/>
        </p:spPr>
        <p:txBody>
          <a:bodyPr wrap="square" rtlCol="0" anchor="ctr"/>
          <a:lstStyle/>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الهيئة العامة للإحصاء (GASTAT)</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الرقم القياسي لأسعار العقارات — REPI</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إصدار الربع الثاني 2026</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سنة الأساس: 2023 = 100</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التغطية: 2021Q1 – 2026Q2 (22 ربعاً)</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15000"/>
              </a:lnSpc>
              <a:spcAft>
                <a:spcPts val="8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13 منطقة إدارية + 11 فئة نوع عقار</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6537960" y="4160520"/>
            <a:ext cx="4754880" cy="320040"/>
          </a:xfrm>
          <a:prstGeom prst="rect">
            <a:avLst/>
          </a:prstGeom>
          <a:noFill/>
          <a:ln/>
        </p:spPr>
        <p:txBody>
          <a:bodyPr wrap="square" rtlCol="0" anchor="ctr"/>
          <a:lstStyle/>
          <a:p>
            <a:pPr marL="0" indent="0" algn="r" rtl="1">
              <a:buNone/>
            </a:pPr>
            <a:r>
              <a:rPr lang="en-US" sz="11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stats.gov.sa/ar/indicators/48</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9" name="Shape 7"/>
          <p:cNvSpPr/>
          <p:nvPr/>
        </p:nvSpPr>
        <p:spPr>
          <a:xfrm>
            <a:off x="6537960" y="4709160"/>
            <a:ext cx="47548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6537960" y="4846320"/>
            <a:ext cx="4114800" cy="365760"/>
          </a:xfrm>
          <a:prstGeom prst="rect">
            <a:avLst/>
          </a:prstGeom>
          <a:noFill/>
          <a:ln/>
        </p:spPr>
        <p:txBody>
          <a:bodyPr wrap="square" rtlCol="0" anchor="ctr"/>
          <a:lstStyle/>
          <a:p>
            <a:pPr marL="0" indent="0" algn="r" rtl="1">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منهجية التحليل</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6537960" y="5212080"/>
            <a:ext cx="4754880" cy="822960"/>
          </a:xfrm>
          <a:prstGeom prst="rect">
            <a:avLst/>
          </a:prstGeom>
          <a:noFill/>
          <a:ln/>
        </p:spPr>
        <p:txBody>
          <a:bodyPr wrap="square" rtlCol="0" anchor="ctr"/>
          <a:lstStyle/>
          <a:p>
            <a:pPr marL="342900" indent="-342900" algn="r" rtl="1">
              <a:spcAft>
                <a:spcPts val="400"/>
              </a:spcAft>
              <a:buSzPct val="100000"/>
              <a:buChar char="•"/>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استخراج وتنظيف (pandas / openpyxl)</a:t>
            </a:r>
            <a:endParaRPr lang="en-US" sz="1200" dirty="0">
              <a:latin typeface="HelveticaNeueLT Arabic 55 Roman" panose="020B0604020202020204" pitchFamily="34" charset="-78"/>
              <a:cs typeface="HelveticaNeueLT Arabic 55 Roman" panose="020B0604020202020204" pitchFamily="34" charset="-78"/>
            </a:endParaRPr>
          </a:p>
          <a:p>
            <a:pPr marL="342900" indent="-342900" algn="r" rtl="1">
              <a:spcAft>
                <a:spcPts val="400"/>
              </a:spcAft>
              <a:buSzPct val="100000"/>
              <a:buChar char="•"/>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تحليل استكشافي + تحليل موسمية</a:t>
            </a:r>
            <a:endParaRPr lang="en-US" sz="1200" dirty="0">
              <a:latin typeface="HelveticaNeueLT Arabic 55 Roman" panose="020B0604020202020204" pitchFamily="34" charset="-78"/>
              <a:cs typeface="HelveticaNeueLT Arabic 55 Roman" panose="020B0604020202020204" pitchFamily="34" charset="-78"/>
            </a:endParaRPr>
          </a:p>
          <a:p>
            <a:pPr marL="342900" indent="-342900" algn="r" rtl="1">
              <a:spcAft>
                <a:spcPts val="400"/>
              </a:spcAft>
              <a:buSzPct val="100000"/>
              <a:buChar char="•"/>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تنبؤ أولي: اتجاه خطي + تمهيد Holt</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2" name="Shape 10"/>
          <p:cNvSpPr/>
          <p:nvPr/>
        </p:nvSpPr>
        <p:spPr>
          <a:xfrm>
            <a:off x="640080" y="1371600"/>
            <a:ext cx="5212080" cy="4709160"/>
          </a:xfrm>
          <a:prstGeom prst="roundRect">
            <a:avLst>
              <a:gd name="adj" fmla="val 1165"/>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3" name="Shape 11"/>
          <p:cNvSpPr/>
          <p:nvPr/>
        </p:nvSpPr>
        <p:spPr>
          <a:xfrm>
            <a:off x="5166360" y="1691640"/>
            <a:ext cx="457200" cy="457200"/>
          </a:xfrm>
          <a:prstGeom prst="ellipse">
            <a:avLst/>
          </a:prstGeom>
          <a:solidFill>
            <a:srgbClr val="B8935F"/>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5166360" y="1691640"/>
            <a:ext cx="457200" cy="45720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2</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868680" y="1691640"/>
            <a:ext cx="4114800" cy="411480"/>
          </a:xfrm>
          <a:prstGeom prst="rect">
            <a:avLst/>
          </a:prstGeom>
          <a:noFill/>
          <a:ln/>
        </p:spPr>
        <p:txBody>
          <a:bodyPr wrap="square" rtlCol="0" anchor="ctr"/>
          <a:lstStyle/>
          <a:p>
            <a:pPr marL="0" indent="0" algn="r" rtl="1">
              <a:buNone/>
            </a:pPr>
            <a:r>
              <a:rPr lang="en-US" sz="16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مصادر تكميلية للسياق السوقي</a:t>
            </a:r>
            <a:endParaRPr lang="en-US" sz="1600" dirty="0">
              <a:latin typeface="HelveticaNeueLT Arabic 55 Roman" panose="020B0604020202020204" pitchFamily="34" charset="-78"/>
              <a:cs typeface="HelveticaNeueLT Arabic 55 Roman" panose="020B0604020202020204" pitchFamily="34" charset="-78"/>
            </a:endParaRPr>
          </a:p>
        </p:txBody>
      </p:sp>
      <p:sp>
        <p:nvSpPr>
          <p:cNvPr id="16" name="Text 14"/>
          <p:cNvSpPr/>
          <p:nvPr/>
        </p:nvSpPr>
        <p:spPr>
          <a:xfrm>
            <a:off x="868680" y="2194560"/>
            <a:ext cx="4754880" cy="365760"/>
          </a:xfrm>
          <a:prstGeom prst="rect">
            <a:avLst/>
          </a:prstGeom>
          <a:noFill/>
          <a:ln/>
        </p:spPr>
        <p:txBody>
          <a:bodyPr wrap="square" rtlCol="0" anchor="ctr"/>
          <a:lstStyle/>
          <a:p>
            <a:pPr marL="0" indent="0" algn="r" rtl="1">
              <a:buNone/>
            </a:pPr>
            <a:r>
              <a:rPr lang="en-US" sz="1300" b="1"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CBRE — مراجعة السوق العقاري السعودي Q1/Q2 2026</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7" name="Text 15"/>
          <p:cNvSpPr/>
          <p:nvPr/>
        </p:nvSpPr>
        <p:spPr>
          <a:xfrm>
            <a:off x="868680" y="2542032"/>
            <a:ext cx="4754880" cy="320040"/>
          </a:xfrm>
          <a:prstGeom prst="rect">
            <a:avLst/>
          </a:prstGeom>
          <a:noFill/>
          <a:ln/>
        </p:spPr>
        <p:txBody>
          <a:bodyPr wrap="square" rtlCol="0" anchor="ctr"/>
          <a:lstStyle/>
          <a:p>
            <a:pPr marL="0" indent="0" algn="r" rtl="1">
              <a:buNone/>
            </a:pPr>
            <a:r>
              <a:rPr lang="en-US" sz="115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إشغال المكاتب، الشواغر، الإيجارات</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8" name="Text 16"/>
          <p:cNvSpPr/>
          <p:nvPr/>
        </p:nvSpPr>
        <p:spPr>
          <a:xfrm>
            <a:off x="868680" y="3063240"/>
            <a:ext cx="4754880" cy="365760"/>
          </a:xfrm>
          <a:prstGeom prst="rect">
            <a:avLst/>
          </a:prstGeom>
          <a:noFill/>
          <a:ln/>
        </p:spPr>
        <p:txBody>
          <a:bodyPr wrap="square" rtlCol="0" anchor="ctr"/>
          <a:lstStyle/>
          <a:p>
            <a:pPr marL="0" indent="0" algn="r" rtl="1">
              <a:buNone/>
            </a:pPr>
            <a:r>
              <a:rPr lang="en-US" sz="1300" b="1"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JLL — بيانات إيجارات الرياض/جدة</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9" name="Text 17"/>
          <p:cNvSpPr/>
          <p:nvPr/>
        </p:nvSpPr>
        <p:spPr>
          <a:xfrm>
            <a:off x="868680" y="3410712"/>
            <a:ext cx="4754880" cy="320040"/>
          </a:xfrm>
          <a:prstGeom prst="rect">
            <a:avLst/>
          </a:prstGeom>
          <a:noFill/>
          <a:ln/>
        </p:spPr>
        <p:txBody>
          <a:bodyPr wrap="square" rtlCol="0" anchor="ctr"/>
          <a:lstStyle/>
          <a:p>
            <a:pPr marL="0" indent="0" algn="r" rtl="1">
              <a:buNone/>
            </a:pPr>
            <a:r>
              <a:rPr lang="en-US" sz="115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أسعار إيجار الشقق والفلل</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0" name="Text 18"/>
          <p:cNvSpPr/>
          <p:nvPr/>
        </p:nvSpPr>
        <p:spPr>
          <a:xfrm>
            <a:off x="868680" y="3931920"/>
            <a:ext cx="4754880" cy="365760"/>
          </a:xfrm>
          <a:prstGeom prst="rect">
            <a:avLst/>
          </a:prstGeom>
          <a:noFill/>
          <a:ln/>
        </p:spPr>
        <p:txBody>
          <a:bodyPr wrap="square" rtlCol="0" anchor="ctr"/>
          <a:lstStyle/>
          <a:p>
            <a:pPr marL="0" indent="0" algn="r" rtl="1">
              <a:buNone/>
            </a:pPr>
            <a:r>
              <a:rPr lang="en-US" sz="1300" b="1"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Global Property Guide / Knight Frank</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868680" y="4279392"/>
            <a:ext cx="4754880" cy="320040"/>
          </a:xfrm>
          <a:prstGeom prst="rect">
            <a:avLst/>
          </a:prstGeom>
          <a:noFill/>
          <a:ln/>
        </p:spPr>
        <p:txBody>
          <a:bodyPr wrap="square" rtlCol="0" anchor="ctr"/>
          <a:lstStyle/>
          <a:p>
            <a:pPr marL="0" indent="0" algn="r" rtl="1">
              <a:buNone/>
            </a:pPr>
            <a:r>
              <a:rPr lang="en-US" sz="115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معدلات العائد الإيجاري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2" name="Shape 20"/>
          <p:cNvSpPr/>
          <p:nvPr/>
        </p:nvSpPr>
        <p:spPr>
          <a:xfrm>
            <a:off x="868680" y="4846320"/>
            <a:ext cx="475488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3" name="Text 21"/>
          <p:cNvSpPr/>
          <p:nvPr/>
        </p:nvSpPr>
        <p:spPr>
          <a:xfrm>
            <a:off x="868680" y="5029200"/>
            <a:ext cx="4754880" cy="685800"/>
          </a:xfrm>
          <a:prstGeom prst="rect">
            <a:avLst/>
          </a:prstGeom>
          <a:noFill/>
          <a:ln/>
        </p:spPr>
        <p:txBody>
          <a:bodyPr wrap="square" rtlCol="0" anchor="ctr"/>
          <a:lstStyle/>
          <a:p>
            <a:pPr marL="0" indent="0" algn="r" rtl="1">
              <a:lnSpc>
                <a:spcPct val="125000"/>
              </a:lnSpc>
              <a:buNone/>
            </a:pPr>
            <a:r>
              <a:rPr lang="en-US" sz="1150" i="1"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تُستخدم هذه المصادر للسياق فقط وتُذكر مع كل رقم مستخدم منها — لا تُدمج في مؤشر REPI الأساسي.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4" name="Text 2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25" name="Text 2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4</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377440" y="457200"/>
            <a:ext cx="9144000" cy="54864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جودة البيانات وحدودها</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Shape 1"/>
          <p:cNvSpPr/>
          <p:nvPr/>
        </p:nvSpPr>
        <p:spPr>
          <a:xfrm>
            <a:off x="6309360" y="1371600"/>
            <a:ext cx="5212080" cy="4709160"/>
          </a:xfrm>
          <a:prstGeom prst="roundRect">
            <a:avLst>
              <a:gd name="adj" fmla="val 1165"/>
            </a:avLst>
          </a:prstGeom>
          <a:solidFill>
            <a:srgbClr val="EAF2EC"/>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4" name="Text 2"/>
          <p:cNvSpPr/>
          <p:nvPr/>
        </p:nvSpPr>
        <p:spPr>
          <a:xfrm>
            <a:off x="6537960" y="1600200"/>
            <a:ext cx="4754880" cy="411480"/>
          </a:xfrm>
          <a:prstGeom prst="rect">
            <a:avLst/>
          </a:prstGeom>
          <a:noFill/>
          <a:ln/>
        </p:spPr>
        <p:txBody>
          <a:bodyPr wrap="square" rtlCol="0" anchor="ctr"/>
          <a:lstStyle/>
          <a:p>
            <a:pPr marL="0" indent="0" algn="r" rtl="1">
              <a:buNone/>
            </a:pPr>
            <a:r>
              <a:rPr lang="en-US" sz="1600" b="1" dirty="0">
                <a:solidFill>
                  <a:srgbClr val="3F7A55"/>
                </a:solidFill>
                <a:latin typeface="HelveticaNeueLT Arabic 55 Roman" panose="020B0604020202020204" pitchFamily="34" charset="-78"/>
                <a:ea typeface="Arial" pitchFamily="34" charset="-122"/>
                <a:cs typeface="HelveticaNeueLT Arabic 55 Roman" panose="020B0604020202020204" pitchFamily="34" charset="-78"/>
              </a:rPr>
              <a:t>✓  نقاط القوة</a:t>
            </a:r>
            <a:endParaRPr lang="en-US" sz="1600" dirty="0">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6537960" y="2148840"/>
            <a:ext cx="4754880" cy="3474720"/>
          </a:xfrm>
          <a:prstGeom prst="rect">
            <a:avLst/>
          </a:prstGeom>
          <a:noFill/>
          <a:ln/>
        </p:spPr>
        <p:txBody>
          <a:bodyPr wrap="square" rtlCol="0" anchor="ctr"/>
          <a:lstStyle/>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صفر قيم ناقصة، صفر صفوف مكررة بعد التنظيف</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مصدر رسمي حكومي (GASTAT) — بيانات معتمدة ومنشورة</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تحقق كامل من اتساق السلاسل الزمنية (22 ربعاً لكل فئة/منطقة)</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تنفيذ الـ Notebook بالكامل دون أخطاء (قابل لإعادة التحقق)</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6" name="Shape 4"/>
          <p:cNvSpPr/>
          <p:nvPr/>
        </p:nvSpPr>
        <p:spPr>
          <a:xfrm>
            <a:off x="640080" y="1371600"/>
            <a:ext cx="5212080" cy="4709160"/>
          </a:xfrm>
          <a:prstGeom prst="roundRect">
            <a:avLst>
              <a:gd name="adj" fmla="val 1165"/>
            </a:avLst>
          </a:prstGeom>
          <a:solidFill>
            <a:srgbClr val="F5EAE8"/>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868680" y="1600200"/>
            <a:ext cx="4754880" cy="411480"/>
          </a:xfrm>
          <a:prstGeom prst="rect">
            <a:avLst/>
          </a:prstGeom>
          <a:noFill/>
          <a:ln/>
        </p:spPr>
        <p:txBody>
          <a:bodyPr wrap="square" rtlCol="0" anchor="ctr"/>
          <a:lstStyle/>
          <a:p>
            <a:pPr marL="0" indent="0" algn="r" rtl="1">
              <a:buNone/>
            </a:pPr>
            <a:r>
              <a:rPr lang="en-US" sz="160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القيود المنهجية</a:t>
            </a:r>
            <a:endParaRPr lang="en-US" sz="1600" dirty="0">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868680" y="2148840"/>
            <a:ext cx="4754880" cy="3474720"/>
          </a:xfrm>
          <a:prstGeom prst="rect">
            <a:avLst/>
          </a:prstGeom>
          <a:noFill/>
          <a:ln/>
        </p:spPr>
        <p:txBody>
          <a:bodyPr wrap="square" rtlCol="0" anchor="ctr"/>
          <a:lstStyle/>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لا يوجد تقاطع بين المنطقة ونوع العقار في نفس الجدول</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لا تتضمن البيانات تدفقات نقدية — لذا لا يوجد IRR/NPV فعلي من هذا المصدر</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الشواغر ومعدل الامتصاص من مصادر خارجية (CBRE/JLL) لا من REPI</a:t>
            </a:r>
            <a:endParaRPr lang="en-US" sz="130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1000"/>
              </a:spcAft>
              <a:buSzPct val="100000"/>
              <a:buChar char="•"/>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حجم العينة الزمنية (22 ربعاً) محدود لموسمية إحصائية رسمية أو ARIMA/SARIMA كاملة</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5</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6888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نظرة عامة على اتجاه السوق</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46888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المؤشر العام مقابل السكني والتجاري (2023=100)، 2021Q1–2026Q2</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705095124"/>
              </p:ext>
            </p:extLst>
          </p:nvPr>
        </p:nvGraphicFramePr>
        <p:xfrm>
          <a:off x="548640" y="1463040"/>
          <a:ext cx="110642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6" name="Text 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6</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6888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ترتيب المناطق حسب الأداء</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011680" y="960120"/>
            <a:ext cx="96012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أعلى 5 مناطق نمواً ومنطقة </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الباحة</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الأضعف</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أداءً</a:t>
            </a:r>
            <a:r>
              <a:rPr lang="ar-SA"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من إجمالي 13 منطقة</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2154945245"/>
              </p:ext>
            </p:extLst>
          </p:nvPr>
        </p:nvGraphicFramePr>
        <p:xfrm>
          <a:off x="548640" y="1371600"/>
          <a:ext cx="110642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40080" y="5669280"/>
            <a:ext cx="10972800" cy="502920"/>
          </a:xfrm>
          <a:prstGeom prst="roundRect">
            <a:avLst>
              <a:gd name="adj" fmla="val 10909"/>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6" name="Text 3"/>
          <p:cNvSpPr/>
          <p:nvPr/>
        </p:nvSpPr>
        <p:spPr>
          <a:xfrm>
            <a:off x="822960" y="5669280"/>
            <a:ext cx="10607040" cy="502920"/>
          </a:xfrm>
          <a:prstGeom prst="rect">
            <a:avLst/>
          </a:prstGeom>
          <a:noFill/>
          <a:ln/>
        </p:spPr>
        <p:txBody>
          <a:bodyPr wrap="square" rtlCol="0" anchor="ctr"/>
          <a:lstStyle/>
          <a:p>
            <a:pPr marL="0" indent="0" algn="r" rtl="1">
              <a:buNone/>
            </a:pPr>
            <a:r>
              <a:rPr lang="en-US" sz="1100" i="1"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المناطق السبع المتبقية (القصيم، عسير، حائل، المدينة المنورة، جازان، المنطقة الشرقية، تبوك) سجّلت نمواً معتدلاً بين 0.1% و13% — التفاصيل الكاملة في ملحق البيانات.</a:t>
            </a:r>
            <a:endParaRPr lang="en-US" sz="1100" dirty="0">
              <a:latin typeface="HelveticaNeueLT Arabic 55 Roman" panose="020B0604020202020204" pitchFamily="34" charset="-78"/>
              <a:cs typeface="HelveticaNeueLT Arabic 55 Roman" panose="020B0604020202020204" pitchFamily="34" charset="-78"/>
            </a:endParaRPr>
          </a:p>
        </p:txBody>
      </p:sp>
      <p:sp>
        <p:nvSpPr>
          <p:cNvPr id="7" name="Text 4"/>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8" name="Text 5"/>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7</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37744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مقارنة أنواع العقار السكني</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37744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النمو التراكمي والتقلب حسب نوع العقار (2021Q1–2026Q2)</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1370081132"/>
              </p:ext>
            </p:extLst>
          </p:nvPr>
        </p:nvGraphicFramePr>
        <p:xfrm>
          <a:off x="640080" y="1508760"/>
          <a:ext cx="548640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875816081"/>
              </p:ext>
            </p:extLst>
          </p:nvPr>
        </p:nvGraphicFramePr>
        <p:xfrm>
          <a:off x="6492240" y="1828800"/>
          <a:ext cx="5029200" cy="1645920"/>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tblGrid>
              <a:tr h="411480">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النوع</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نمو تراكمي</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سنوي YoY</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تقلب (σ)</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lgn="r">
                        <a:buNone/>
                      </a:pPr>
                      <a:r>
                        <a:rPr lang="en-US" sz="1250" dirty="0">
                          <a:solidFill>
                            <a:srgbClr val="000000"/>
                          </a:solidFill>
                          <a:latin typeface="Arial" pitchFamily="34" charset="0"/>
                          <a:ea typeface="Arial" pitchFamily="34" charset="-122"/>
                          <a:cs typeface="Arial" pitchFamily="34" charset="-120"/>
                        </a:rPr>
                        <a:t>أرض سكنية</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b="1" dirty="0">
                          <a:solidFill>
                            <a:srgbClr val="3F7A55"/>
                          </a:solidFill>
                          <a:latin typeface="Arial" pitchFamily="34" charset="0"/>
                          <a:ea typeface="Arial" pitchFamily="34" charset="-122"/>
                          <a:cs typeface="Arial" pitchFamily="34" charset="-120"/>
                        </a:rPr>
                        <a:t>+33.6%</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dirty="0">
                          <a:solidFill>
                            <a:srgbClr val="3F7A55"/>
                          </a:solidFill>
                          <a:latin typeface="Arial" pitchFamily="34" charset="0"/>
                          <a:ea typeface="Arial" pitchFamily="34" charset="-122"/>
                          <a:cs typeface="Arial" pitchFamily="34" charset="-120"/>
                        </a:rPr>
                        <a:t>+6.3%</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2.42</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r">
                        <a:buNone/>
                      </a:pPr>
                      <a:r>
                        <a:rPr lang="en-US" sz="1250" dirty="0">
                          <a:solidFill>
                            <a:srgbClr val="000000"/>
                          </a:solidFill>
                          <a:latin typeface="Arial" pitchFamily="34" charset="0"/>
                          <a:ea typeface="Arial" pitchFamily="34" charset="-122"/>
                          <a:cs typeface="Arial" pitchFamily="34" charset="-120"/>
                        </a:rPr>
                        <a:t>فيلا</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50" b="1" dirty="0">
                          <a:solidFill>
                            <a:srgbClr val="3F7A55"/>
                          </a:solidFill>
                          <a:latin typeface="Arial" pitchFamily="34" charset="0"/>
                          <a:ea typeface="Arial" pitchFamily="34" charset="-122"/>
                          <a:cs typeface="Arial" pitchFamily="34" charset="-120"/>
                        </a:rPr>
                        <a:t>+22.8%</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50" dirty="0">
                          <a:solidFill>
                            <a:srgbClr val="A8483D"/>
                          </a:solidFill>
                          <a:latin typeface="Arial" pitchFamily="34" charset="0"/>
                          <a:ea typeface="Arial" pitchFamily="34" charset="-122"/>
                          <a:cs typeface="Arial" pitchFamily="34" charset="-120"/>
                        </a:rPr>
                        <a:t>-9.7%</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4.01</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extLst>
                  <a:ext uri="{0D108BD9-81ED-4DB2-BD59-A6C34878D82A}">
                    <a16:rowId xmlns:a16="http://schemas.microsoft.com/office/drawing/2014/main" val="10002"/>
                  </a:ext>
                </a:extLst>
              </a:tr>
              <a:tr h="411480">
                <a:tc>
                  <a:txBody>
                    <a:bodyPr/>
                    <a:lstStyle/>
                    <a:p>
                      <a:pPr marL="0" indent="0" algn="r">
                        <a:buNone/>
                      </a:pPr>
                      <a:r>
                        <a:rPr lang="en-US" sz="1250" dirty="0">
                          <a:solidFill>
                            <a:srgbClr val="000000"/>
                          </a:solidFill>
                          <a:latin typeface="Arial" pitchFamily="34" charset="0"/>
                          <a:ea typeface="Arial" pitchFamily="34" charset="-122"/>
                          <a:cs typeface="Arial" pitchFamily="34" charset="-120"/>
                        </a:rPr>
                        <a:t>شقة</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b="1" dirty="0">
                          <a:solidFill>
                            <a:srgbClr val="3F7A55"/>
                          </a:solidFill>
                          <a:latin typeface="Arial" pitchFamily="34" charset="0"/>
                          <a:ea typeface="Arial" pitchFamily="34" charset="-122"/>
                          <a:cs typeface="Arial" pitchFamily="34" charset="-120"/>
                        </a:rPr>
                        <a:t>+22.6%</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dirty="0">
                          <a:solidFill>
                            <a:srgbClr val="3F7A55"/>
                          </a:solidFill>
                          <a:latin typeface="Arial" pitchFamily="34" charset="0"/>
                          <a:ea typeface="Arial" pitchFamily="34" charset="-122"/>
                          <a:cs typeface="Arial" pitchFamily="34" charset="-120"/>
                        </a:rPr>
                        <a:t>+1.1%</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50" dirty="0">
                          <a:solidFill>
                            <a:srgbClr val="000000"/>
                          </a:solidFill>
                          <a:latin typeface="Arial" pitchFamily="34" charset="0"/>
                          <a:ea typeface="Arial" pitchFamily="34" charset="-122"/>
                          <a:cs typeface="Arial" pitchFamily="34" charset="-120"/>
                        </a:rPr>
                        <a:t>1.81</a:t>
                      </a:r>
                      <a:endParaRPr lang="en-US" sz="125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p:nvPr/>
        </p:nvSpPr>
        <p:spPr>
          <a:xfrm>
            <a:off x="6492240" y="3703320"/>
            <a:ext cx="5029200" cy="2011680"/>
          </a:xfrm>
          <a:prstGeom prst="rect">
            <a:avLst/>
          </a:prstGeom>
          <a:noFill/>
          <a:ln/>
        </p:spPr>
        <p:txBody>
          <a:bodyPr wrap="square" rtlCol="0" anchor="ctr"/>
          <a:lstStyle/>
          <a:p>
            <a:pPr marL="0" indent="0" algn="r" rtl="1">
              <a:lnSpc>
                <a:spcPct val="135000"/>
              </a:lnSpc>
              <a:buNone/>
            </a:pPr>
            <a:r>
              <a:rPr lang="en-US" sz="13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قراءة استراتيجية: الأراضي السكنية تجمع بين أعلى نمو وأدنى تقلب — الأنسب لتخصيص رأسمالي منخفض المخاطر النسبية. الفلل الأعلى تقلباً وسجّلت تراجعاً سنوياً حاداً يستدعي حذراً تكتيكياً.</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7" name="Text 3"/>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8" name="Text 4"/>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8</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2316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الموسمية الربعية</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42316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متوسط التغيّر الربعي (QoQ%) حسب موقع الربع، 2021–2026</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1409969709"/>
              </p:ext>
            </p:extLst>
          </p:nvPr>
        </p:nvGraphicFramePr>
        <p:xfrm>
          <a:off x="640080" y="1463040"/>
          <a:ext cx="731520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29600" y="1463040"/>
            <a:ext cx="3337560" cy="4526280"/>
          </a:xfrm>
          <a:prstGeom prst="roundRect">
            <a:avLst>
              <a:gd name="adj" fmla="val 1644"/>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6" name="Text 3"/>
          <p:cNvSpPr/>
          <p:nvPr/>
        </p:nvSpPr>
        <p:spPr>
          <a:xfrm>
            <a:off x="8458200" y="1691640"/>
            <a:ext cx="2880360" cy="365760"/>
          </a:xfrm>
          <a:prstGeom prst="rect">
            <a:avLst/>
          </a:prstGeom>
          <a:noFill/>
          <a:ln/>
        </p:spPr>
        <p:txBody>
          <a:bodyPr wrap="square" rtlCol="0" anchor="ctr"/>
          <a:lstStyle/>
          <a:p>
            <a:pPr marL="0" indent="0" algn="r" rtl="1">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الإشارة الاستراتيجية</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7" name="Text 4"/>
          <p:cNvSpPr/>
          <p:nvPr/>
        </p:nvSpPr>
        <p:spPr>
          <a:xfrm>
            <a:off x="8458200" y="2148840"/>
            <a:ext cx="2880360" cy="1280160"/>
          </a:xfrm>
          <a:prstGeom prst="rect">
            <a:avLst/>
          </a:prstGeom>
          <a:noFill/>
          <a:ln/>
        </p:spPr>
        <p:txBody>
          <a:bodyPr wrap="square" rtlCol="0" anchor="ctr"/>
          <a:lstStyle/>
          <a:p>
            <a:pPr marL="0" indent="0" algn="r" rtl="1">
              <a:lnSpc>
                <a:spcPct val="13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الربع الثاني من كل عام يسجّل تاريخياً أعلى معدل نمو ربعي — نافذة زمنية مناسبة لتنفيذ صفقات الشراء أو الإطلاق التسويقي.</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8" name="Shape 5"/>
          <p:cNvSpPr/>
          <p:nvPr/>
        </p:nvSpPr>
        <p:spPr>
          <a:xfrm>
            <a:off x="8458200" y="3566160"/>
            <a:ext cx="28803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9" name="Text 6"/>
          <p:cNvSpPr/>
          <p:nvPr/>
        </p:nvSpPr>
        <p:spPr>
          <a:xfrm>
            <a:off x="8458200" y="3703320"/>
            <a:ext cx="2880360" cy="365760"/>
          </a:xfrm>
          <a:prstGeom prst="rect">
            <a:avLst/>
          </a:prstGeom>
          <a:noFill/>
          <a:ln/>
        </p:spPr>
        <p:txBody>
          <a:bodyPr wrap="square" rtlCol="0" anchor="ctr"/>
          <a:lstStyle/>
          <a:p>
            <a:pPr marL="0" indent="0" algn="r" rtl="1">
              <a:buNone/>
            </a:pP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تنبيه على حجم العينة</a:t>
            </a:r>
            <a:endParaRPr lang="en-US" sz="1250" dirty="0">
              <a:latin typeface="HelveticaNeueLT Arabic 55 Roman" panose="020B0604020202020204" pitchFamily="34" charset="-78"/>
              <a:cs typeface="HelveticaNeueLT Arabic 55 Roman" panose="020B0604020202020204" pitchFamily="34" charset="-78"/>
            </a:endParaRPr>
          </a:p>
        </p:txBody>
      </p:sp>
      <p:sp>
        <p:nvSpPr>
          <p:cNvPr id="10" name="Text 7"/>
          <p:cNvSpPr/>
          <p:nvPr/>
        </p:nvSpPr>
        <p:spPr>
          <a:xfrm>
            <a:off x="8458200" y="4114800"/>
            <a:ext cx="2880360" cy="1554480"/>
          </a:xfrm>
          <a:prstGeom prst="rect">
            <a:avLst/>
          </a:prstGeom>
          <a:noFill/>
          <a:ln/>
        </p:spPr>
        <p:txBody>
          <a:bodyPr wrap="square" rtlCol="0" anchor="ctr"/>
          <a:lstStyle/>
          <a:p>
            <a:pPr marL="0" indent="0" algn="r" rtl="1">
              <a:lnSpc>
                <a:spcPct val="130000"/>
              </a:lnSpc>
              <a:buNone/>
            </a:pPr>
            <a:r>
              <a:rPr lang="en-US" sz="1150" i="1"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كل موقع ربع مبني على 5–6 مشاهدات سنوية فقط — إشارة استكشافية أولية وليست استنتاجاً إحصائياً قاطعاً.</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1" name="Text 8"/>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2" name="Text 9"/>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9</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1460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السياق السوقي التكميلي</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057400" y="960120"/>
            <a:ext cx="96012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مؤشرات خارجية </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موثّقة</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لا</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تُدمج في </a:t>
            </a:r>
            <a:r>
              <a:rPr lang="en-US" sz="1300" dirty="0" err="1">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مؤشر</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REPI</a:t>
            </a:r>
            <a:r>
              <a:rPr lang="ar-SA"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 — لفهم أعمق للسوق التشغيلي</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640080" y="150876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777240" y="164592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98–99%</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777240" y="228600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إشغال مكاتب Grade A</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في الرياض</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777240" y="315468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CBRE، الربع الأول 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8" name="Shape 6"/>
          <p:cNvSpPr/>
          <p:nvPr/>
        </p:nvSpPr>
        <p:spPr>
          <a:xfrm>
            <a:off x="4389120" y="150876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4526280" y="164592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~6%</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4526280" y="228600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معدل شواغر التجزئة</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(Retail)</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4526280" y="315468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CBRE، الربع الثاني 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12" name="Shape 10"/>
          <p:cNvSpPr/>
          <p:nvPr/>
        </p:nvSpPr>
        <p:spPr>
          <a:xfrm>
            <a:off x="8138160" y="150876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13" name="Text 11"/>
          <p:cNvSpPr/>
          <p:nvPr/>
        </p:nvSpPr>
        <p:spPr>
          <a:xfrm>
            <a:off x="8275320" y="164592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6.8–6.9%</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8275320" y="228600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متوسط العائد الإيجاري</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للشقق في الرياض</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8275320" y="315468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Global Property Guide, Q1-2026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16" name="Shape 14"/>
          <p:cNvSpPr/>
          <p:nvPr/>
        </p:nvSpPr>
        <p:spPr>
          <a:xfrm>
            <a:off x="640080" y="374904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17" name="Text 15"/>
          <p:cNvSpPr/>
          <p:nvPr/>
        </p:nvSpPr>
        <p:spPr>
          <a:xfrm>
            <a:off x="777240" y="388620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+19.6%</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18" name="Text 16"/>
          <p:cNvSpPr/>
          <p:nvPr/>
        </p:nvSpPr>
        <p:spPr>
          <a:xfrm>
            <a:off x="777240" y="452628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نمو إيجارات الشقق</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سنوياً في الرياض</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9" name="Text 17"/>
          <p:cNvSpPr/>
          <p:nvPr/>
        </p:nvSpPr>
        <p:spPr>
          <a:xfrm>
            <a:off x="777240" y="539496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JLL، مطلع 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20" name="Shape 18"/>
          <p:cNvSpPr/>
          <p:nvPr/>
        </p:nvSpPr>
        <p:spPr>
          <a:xfrm>
            <a:off x="4389120" y="374904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4526280" y="388620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+17.2%</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22" name="Text 20"/>
          <p:cNvSpPr/>
          <p:nvPr/>
        </p:nvSpPr>
        <p:spPr>
          <a:xfrm>
            <a:off x="4526280" y="452628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نمو إيجارات الفلل</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سنوياً في الرياض</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3" name="Text 21"/>
          <p:cNvSpPr/>
          <p:nvPr/>
        </p:nvSpPr>
        <p:spPr>
          <a:xfrm>
            <a:off x="4526280" y="539496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JLL، مطلع 2026</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24" name="Shape 22"/>
          <p:cNvSpPr/>
          <p:nvPr/>
        </p:nvSpPr>
        <p:spPr>
          <a:xfrm>
            <a:off x="8138160" y="3749040"/>
            <a:ext cx="3520440" cy="2011680"/>
          </a:xfrm>
          <a:prstGeom prst="roundRect">
            <a:avLst>
              <a:gd name="adj" fmla="val 2727"/>
            </a:avLst>
          </a:prstGeom>
          <a:solidFill>
            <a:srgbClr val="F2F0E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25" name="Text 23"/>
          <p:cNvSpPr/>
          <p:nvPr/>
        </p:nvSpPr>
        <p:spPr>
          <a:xfrm>
            <a:off x="8275320" y="3886200"/>
            <a:ext cx="3246120" cy="685800"/>
          </a:xfrm>
          <a:prstGeom prst="rect">
            <a:avLst/>
          </a:prstGeom>
          <a:noFill/>
          <a:ln/>
        </p:spPr>
        <p:txBody>
          <a:bodyPr wrap="square" rtlCol="0" anchor="ctr"/>
          <a:lstStyle/>
          <a:p>
            <a:pPr marL="0" indent="0" algn="ctr" rtl="1">
              <a:buNone/>
            </a:pPr>
            <a:r>
              <a:rPr lang="en-US" sz="26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825K</a:t>
            </a:r>
            <a:endParaRPr lang="en-US" sz="2600" dirty="0">
              <a:latin typeface="HelveticaNeueLT Arabic 55 Roman" panose="020B0604020202020204" pitchFamily="34" charset="-78"/>
              <a:cs typeface="HelveticaNeueLT Arabic 55 Roman" panose="020B0604020202020204" pitchFamily="34" charset="-78"/>
            </a:endParaRPr>
          </a:p>
        </p:txBody>
      </p:sp>
      <p:sp>
        <p:nvSpPr>
          <p:cNvPr id="26" name="Text 24"/>
          <p:cNvSpPr/>
          <p:nvPr/>
        </p:nvSpPr>
        <p:spPr>
          <a:xfrm>
            <a:off x="8275320" y="4526280"/>
            <a:ext cx="3246120" cy="640080"/>
          </a:xfrm>
          <a:prstGeom prst="rect">
            <a:avLst/>
          </a:prstGeom>
          <a:noFill/>
          <a:ln/>
        </p:spPr>
        <p:txBody>
          <a:bodyPr wrap="square" rtlCol="0" anchor="ctr"/>
          <a:lstStyle/>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طلب سكني متوقع (وحدة)</a:t>
            </a:r>
            <a:endParaRPr lang="en-US" sz="1200" dirty="0">
              <a:latin typeface="HelveticaNeueLT Arabic 55 Roman" panose="020B0604020202020204" pitchFamily="34" charset="-78"/>
              <a:cs typeface="HelveticaNeueLT Arabic 55 Roman" panose="020B0604020202020204" pitchFamily="34" charset="-78"/>
            </a:endParaRPr>
          </a:p>
          <a:p>
            <a:pPr marL="0" indent="0" algn="ct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من 2024 إلى 2030</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7" name="Text 25"/>
          <p:cNvSpPr/>
          <p:nvPr/>
        </p:nvSpPr>
        <p:spPr>
          <a:xfrm>
            <a:off x="8275320" y="5394960"/>
            <a:ext cx="3246120" cy="320040"/>
          </a:xfrm>
          <a:prstGeom prst="rect">
            <a:avLst/>
          </a:prstGeom>
          <a:noFill/>
          <a:ln/>
        </p:spPr>
        <p:txBody>
          <a:bodyPr wrap="square" rtlCol="0" anchor="ctr"/>
          <a:lstStyle/>
          <a:p>
            <a:pPr marL="0" indent="0" algn="ctr" rtl="1">
              <a:buNone/>
            </a:pPr>
            <a:r>
              <a:rPr lang="en-US" sz="950" i="1" dirty="0">
                <a:solidFill>
                  <a:srgbClr val="2F5D5D"/>
                </a:solidFill>
                <a:latin typeface="HelveticaNeueLT Arabic 55 Roman" panose="020B0604020202020204" pitchFamily="34" charset="-78"/>
                <a:ea typeface="Arial" pitchFamily="34" charset="-122"/>
                <a:cs typeface="HelveticaNeueLT Arabic 55 Roman" panose="020B0604020202020204" pitchFamily="34" charset="-78"/>
              </a:rPr>
              <a:t>Knight Frank، نوفمبر 2024</a:t>
            </a:r>
            <a:endParaRPr lang="en-US" sz="950" dirty="0">
              <a:latin typeface="HelveticaNeueLT Arabic 55 Roman" panose="020B0604020202020204" pitchFamily="34" charset="-78"/>
              <a:cs typeface="HelveticaNeueLT Arabic 55 Roman" panose="020B0604020202020204" pitchFamily="34" charset="-78"/>
            </a:endParaRPr>
          </a:p>
        </p:txBody>
      </p:sp>
      <p:sp>
        <p:nvSpPr>
          <p:cNvPr id="28" name="Text 26"/>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29" name="Text 27"/>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10</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42316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تحليل السيناريو والحساسية</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1965960" y="960120"/>
            <a:ext cx="96012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سيناريوهات مؤشر السعر العام لأربعة أرباع قادمة (2026Q3–2027Q2)</a:t>
            </a:r>
            <a:endParaRPr lang="en-US" sz="1300" dirty="0">
              <a:latin typeface="HelveticaNeueLT Arabic 55 Roman" panose="020B0604020202020204" pitchFamily="34" charset="-78"/>
              <a:cs typeface="HelveticaNeueLT Arabic 55 Roman" panose="020B0604020202020204" pitchFamily="34" charset="-78"/>
            </a:endParaRPr>
          </a:p>
        </p:txBody>
      </p:sp>
      <p:graphicFrame>
        <p:nvGraphicFramePr>
          <p:cNvPr id="4" name="Chart 0"/>
          <p:cNvGraphicFramePr/>
          <p:nvPr>
            <p:extLst>
              <p:ext uri="{D42A27DB-BD31-4B8C-83A1-F6EECF244321}">
                <p14:modId xmlns:p14="http://schemas.microsoft.com/office/powerpoint/2010/main" val="2148878751"/>
              </p:ext>
            </p:extLst>
          </p:nvPr>
        </p:nvGraphicFramePr>
        <p:xfrm>
          <a:off x="548640" y="1463040"/>
          <a:ext cx="722376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01000" y="1463040"/>
            <a:ext cx="3566160" cy="4526280"/>
          </a:xfrm>
          <a:prstGeom prst="roundRect">
            <a:avLst>
              <a:gd name="adj" fmla="val 153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6" name="Text 3"/>
          <p:cNvSpPr/>
          <p:nvPr/>
        </p:nvSpPr>
        <p:spPr>
          <a:xfrm>
            <a:off x="8229600" y="1691640"/>
            <a:ext cx="3108960" cy="365760"/>
          </a:xfrm>
          <a:prstGeom prst="rect">
            <a:avLst/>
          </a:prstGeom>
          <a:noFill/>
          <a:ln/>
        </p:spPr>
        <p:txBody>
          <a:bodyPr wrap="square" rtlCol="0" anchor="ctr"/>
          <a:lstStyle/>
          <a:p>
            <a:pPr marL="0" indent="0" algn="r" rtl="1">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منطق السيناريوهات</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7" name="Text 4"/>
          <p:cNvSpPr/>
          <p:nvPr/>
        </p:nvSpPr>
        <p:spPr>
          <a:xfrm>
            <a:off x="8229600" y="2148840"/>
            <a:ext cx="3108960" cy="320040"/>
          </a:xfrm>
          <a:prstGeom prst="rect">
            <a:avLst/>
          </a:prstGeom>
          <a:noFill/>
          <a:ln/>
        </p:spPr>
        <p:txBody>
          <a:bodyPr wrap="square" rtlCol="0" anchor="ctr"/>
          <a:lstStyle/>
          <a:p>
            <a:pPr marL="0" indent="0" algn="r" rtl="1">
              <a:buNone/>
            </a:pPr>
            <a:r>
              <a:rPr lang="en-US" sz="1300" b="1" dirty="0">
                <a:solidFill>
                  <a:srgbClr val="3F7A55"/>
                </a:solidFill>
                <a:latin typeface="HelveticaNeueLT Arabic 55 Roman" panose="020B0604020202020204" pitchFamily="34" charset="-78"/>
                <a:ea typeface="Arial" pitchFamily="34" charset="-122"/>
                <a:cs typeface="HelveticaNeueLT Arabic 55 Roman" panose="020B0604020202020204" pitchFamily="34" charset="-78"/>
              </a:rPr>
              <a:t>متفائل</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8" name="Text 5"/>
          <p:cNvSpPr/>
          <p:nvPr/>
        </p:nvSpPr>
        <p:spPr>
          <a:xfrm>
            <a:off x="8229600" y="2468880"/>
            <a:ext cx="3108960" cy="77724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استمرار زخم نمو الرياض والأراضي السكنية بمعدل مشابه للأرباع الأخيرة</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9" name="Text 6"/>
          <p:cNvSpPr/>
          <p:nvPr/>
        </p:nvSpPr>
        <p:spPr>
          <a:xfrm>
            <a:off x="8229600" y="3337560"/>
            <a:ext cx="3108960" cy="32004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أساسي</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0" name="Text 7"/>
          <p:cNvSpPr/>
          <p:nvPr/>
        </p:nvSpPr>
        <p:spPr>
          <a:xfrm>
            <a:off x="8229600" y="3657600"/>
            <a:ext cx="3108960" cy="77724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تمهيد أسي (Holt) على السلسلة الكاملة — يفترض استمرار الاتجاه التاريخي المتوسط</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1" name="Text 8"/>
          <p:cNvSpPr/>
          <p:nvPr/>
        </p:nvSpPr>
        <p:spPr>
          <a:xfrm>
            <a:off x="8229600" y="4526280"/>
            <a:ext cx="3108960" cy="320040"/>
          </a:xfrm>
          <a:prstGeom prst="rect">
            <a:avLst/>
          </a:prstGeom>
          <a:noFill/>
          <a:ln/>
        </p:spPr>
        <p:txBody>
          <a:bodyPr wrap="square" rtlCol="0" anchor="ctr"/>
          <a:lstStyle/>
          <a:p>
            <a:pPr marL="0" indent="0" algn="r" rtl="1">
              <a:buNone/>
            </a:pPr>
            <a:r>
              <a:rPr lang="en-US" sz="130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متحفظ</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2" name="Text 9"/>
          <p:cNvSpPr/>
          <p:nvPr/>
        </p:nvSpPr>
        <p:spPr>
          <a:xfrm>
            <a:off x="8229600" y="4846320"/>
            <a:ext cx="3108960" cy="77724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تباطؤ إلى معدل نمو شبه صفري، يعكس مخاطر تشبع أو تشديد تمويلي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3" name="Shape 10"/>
          <p:cNvSpPr/>
          <p:nvPr/>
        </p:nvSpPr>
        <p:spPr>
          <a:xfrm>
            <a:off x="8229600" y="5760720"/>
            <a:ext cx="3108960" cy="0"/>
          </a:xfrm>
          <a:prstGeom prst="line">
            <a:avLst/>
          </a:prstGeom>
          <a:noFill/>
          <a:ln w="9525">
            <a:solidFill>
              <a:srgbClr val="E2DCCC"/>
            </a:solidFill>
            <a:prstDash val="solid"/>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Text 11"/>
          <p:cNvSpPr/>
          <p:nvPr/>
        </p:nvSpPr>
        <p:spPr>
          <a:xfrm>
            <a:off x="8229600" y="5897880"/>
            <a:ext cx="3108960" cy="1005840"/>
          </a:xfrm>
          <a:prstGeom prst="rect">
            <a:avLst/>
          </a:prstGeom>
          <a:noFill/>
          <a:ln/>
        </p:spPr>
        <p:txBody>
          <a:bodyPr wrap="square" rtlCol="0" anchor="ctr"/>
          <a:lstStyle/>
          <a:p>
            <a:pPr marL="0" indent="0" algn="r" rtl="1">
              <a:lnSpc>
                <a:spcPct val="130000"/>
              </a:lnSpc>
              <a:buNone/>
            </a:pPr>
            <a:r>
              <a:rPr lang="en-US" sz="1050" i="1"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هذه سيناريوهات لمؤشر السعر فقط، وليست سيناريوهات عائد استثماري (IRR/NPV) — تلك تتطلب بيانات تدفقات نقدية لمشروع فعلي.</a:t>
            </a:r>
            <a:endParaRPr lang="en-US" sz="1050" dirty="0">
              <a:latin typeface="HelveticaNeueLT Arabic 55 Roman" panose="020B0604020202020204" pitchFamily="34" charset="-78"/>
              <a:cs typeface="HelveticaNeueLT Arabic 55 Roman" panose="020B0604020202020204" pitchFamily="34" charset="-78"/>
            </a:endParaRPr>
          </a:p>
        </p:txBody>
      </p:sp>
      <p:sp>
        <p:nvSpPr>
          <p:cNvPr id="15" name="Text 1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6" name="Text 1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11</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إطار عمل IRR / NPV</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Shape 1"/>
          <p:cNvSpPr/>
          <p:nvPr/>
        </p:nvSpPr>
        <p:spPr>
          <a:xfrm>
            <a:off x="7863840" y="475488"/>
            <a:ext cx="3657600" cy="457200"/>
          </a:xfrm>
          <a:prstGeom prst="roundRect">
            <a:avLst>
              <a:gd name="adj" fmla="val 50000"/>
            </a:avLst>
          </a:prstGeom>
          <a:solidFill>
            <a:srgbClr val="F5EAE8"/>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4" name="Text 2"/>
          <p:cNvSpPr/>
          <p:nvPr/>
        </p:nvSpPr>
        <p:spPr>
          <a:xfrm>
            <a:off x="7863840" y="475488"/>
            <a:ext cx="3657600" cy="457200"/>
          </a:xfrm>
          <a:prstGeom prst="rect">
            <a:avLst/>
          </a:prstGeom>
          <a:noFill/>
          <a:ln/>
        </p:spPr>
        <p:txBody>
          <a:bodyPr wrap="square" rtlCol="0" anchor="ctr"/>
          <a:lstStyle/>
          <a:p>
            <a:pPr marL="0" indent="0" algn="r" rtl="1">
              <a:buNone/>
            </a:pPr>
            <a:r>
              <a:rPr lang="en-US" sz="120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توضيحي — أرقام افتراضية فقط</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5" name="Shape 3"/>
          <p:cNvSpPr/>
          <p:nvPr/>
        </p:nvSpPr>
        <p:spPr>
          <a:xfrm>
            <a:off x="640080" y="1234440"/>
            <a:ext cx="5212080" cy="1417320"/>
          </a:xfrm>
          <a:prstGeom prst="roundRect">
            <a:avLst>
              <a:gd name="adj" fmla="val 3871"/>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868680" y="1371600"/>
            <a:ext cx="4754880" cy="457200"/>
          </a:xfrm>
          <a:prstGeom prst="rect">
            <a:avLst/>
          </a:prstGeom>
          <a:noFill/>
          <a:ln/>
        </p:spPr>
        <p:txBody>
          <a:bodyPr wrap="square" rtlCol="0" anchor="ctr"/>
          <a:lstStyle/>
          <a:p>
            <a:pPr marL="0" indent="0" algn="l">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NPV = Σ [CFₜ ÷ (1+r)ᵗ] − الاستثمار الأولي</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868680" y="1920240"/>
            <a:ext cx="4754880" cy="457200"/>
          </a:xfrm>
          <a:prstGeom prst="rect">
            <a:avLst/>
          </a:prstGeom>
          <a:noFill/>
          <a:ln/>
        </p:spPr>
        <p:txBody>
          <a:bodyPr wrap="square" rtlCol="0" anchor="ctr"/>
          <a:lstStyle/>
          <a:p>
            <a:pPr marL="0" indent="0" algn="l">
              <a:buNone/>
            </a:pPr>
            <a:r>
              <a:rPr lang="en-US" sz="14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IRR = القيمة r التي تجعل NPV = صفر</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640080" y="2788920"/>
            <a:ext cx="5212080" cy="365760"/>
          </a:xfrm>
          <a:prstGeom prst="rect">
            <a:avLst/>
          </a:prstGeom>
          <a:noFill/>
          <a:ln/>
        </p:spPr>
        <p:txBody>
          <a:bodyPr wrap="square" rtlCol="0" anchor="ctr"/>
          <a:lstStyle/>
          <a:p>
            <a:pPr marL="0" indent="0" algn="r" rtl="1">
              <a:buNone/>
            </a:pPr>
            <a:r>
              <a:rPr lang="en-US" sz="1350" b="1"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المدخلات المطلوبة من المشروع الفعلي:</a:t>
            </a:r>
            <a:endParaRPr lang="en-US" sz="135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640080" y="3200400"/>
            <a:ext cx="5212080" cy="2651760"/>
          </a:xfrm>
          <a:prstGeom prst="rect">
            <a:avLst/>
          </a:prstGeom>
          <a:noFill/>
          <a:ln/>
        </p:spPr>
        <p:txBody>
          <a:bodyPr wrap="square" rtlCol="0" anchor="ctr"/>
          <a:lstStyle/>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تكلفة الأرض </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والبناء</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رأس</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المال</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المستثمر</a:t>
            </a:r>
            <a:r>
              <a:rPr lang="ar-SA"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a:t>
            </a:r>
            <a:endParaRPr lang="en-US" sz="12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الجدول الزمني للتنفيذ والتسليم</a:t>
            </a:r>
            <a:endParaRPr lang="en-US" sz="12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سعر البيع أو الإيجار المتوقع لكل وحدة</a:t>
            </a:r>
            <a:endParaRPr lang="en-US" sz="12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معدل </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الخصم</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250" dirty="0" err="1">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تكلفة</a:t>
            </a: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 رأس المال / WACC</a:t>
            </a:r>
            <a:r>
              <a:rPr lang="ar-SA"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a:t>
            </a:r>
            <a:endParaRPr lang="en-US" sz="12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5000"/>
              </a:lnSpc>
              <a:spcAft>
                <a:spcPts val="800"/>
              </a:spcAft>
              <a:buSzPct val="100000"/>
              <a:buChar char="•"/>
            </a:pPr>
            <a:r>
              <a:rPr lang="en-US" sz="12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معدل الإشغال أو الامتصاص المتوقع</a:t>
            </a:r>
            <a:endParaRPr lang="en-US" sz="125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6309360" y="1234440"/>
            <a:ext cx="5212080" cy="365760"/>
          </a:xfrm>
          <a:prstGeom prst="rect">
            <a:avLst/>
          </a:prstGeom>
          <a:noFill/>
          <a:ln/>
        </p:spPr>
        <p:txBody>
          <a:bodyPr wrap="square" rtlCol="0" anchor="ctr"/>
          <a:lstStyle/>
          <a:p>
            <a:pPr marL="0" indent="0" algn="r" rtl="1">
              <a:buNone/>
            </a:pP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مثال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توضيحي</a:t>
            </a: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للمنهجية</a:t>
            </a:r>
            <a:r>
              <a:rPr lang="ar-SA"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أرقام</a:t>
            </a: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افتراضية — غير مرتبطة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بمشروع</a:t>
            </a:r>
            <a:r>
              <a:rPr lang="en-US"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250" b="1" dirty="0" err="1">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فعلي</a:t>
            </a:r>
            <a:r>
              <a:rPr lang="ar-SA" sz="1250" b="1" dirty="0">
                <a:solidFill>
                  <a:srgbClr val="A8483D"/>
                </a:solidFill>
                <a:latin typeface="HelveticaNeueLT Arabic 55 Roman" panose="020B0604020202020204" pitchFamily="34" charset="-78"/>
                <a:ea typeface="Arial" pitchFamily="34" charset="-122"/>
                <a:cs typeface="HelveticaNeueLT Arabic 55 Roman" panose="020B0604020202020204" pitchFamily="34" charset="-78"/>
              </a:rPr>
              <a:t>)</a:t>
            </a:r>
            <a:endParaRPr lang="en-US" sz="1250" dirty="0">
              <a:latin typeface="HelveticaNeueLT Arabic 55 Roman" panose="020B0604020202020204" pitchFamily="34" charset="-78"/>
              <a:cs typeface="HelveticaNeueLT Arabic 55 Roman" panose="020B0604020202020204" pitchFamily="34" charset="-78"/>
            </a:endParaRPr>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09360" y="1691640"/>
          <a:ext cx="5212080" cy="2743202"/>
        </p:xfrm>
        <a:graphic>
          <a:graphicData uri="http://schemas.openxmlformats.org/drawingml/2006/table">
            <a:tbl>
              <a:tblPr/>
              <a:tblGrid>
                <a:gridCol w="2606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391886">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السنة</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تدفق نقدي (SAR)</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0 (استثمار)</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00" dirty="0">
                          <a:solidFill>
                            <a:srgbClr val="A8483D"/>
                          </a:solidFill>
                          <a:latin typeface="Arial" pitchFamily="34" charset="0"/>
                          <a:ea typeface="Arial" pitchFamily="34" charset="-122"/>
                          <a:cs typeface="Arial" pitchFamily="34" charset="-120"/>
                        </a:rPr>
                        <a:t>(10,000,000)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1"/>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2,200,000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extLst>
                  <a:ext uri="{0D108BD9-81ED-4DB2-BD59-A6C34878D82A}">
                    <a16:rowId xmlns:a16="http://schemas.microsoft.com/office/drawing/2014/main" val="10002"/>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2,600,000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3"/>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2,900,000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extLst>
                  <a:ext uri="{0D108BD9-81ED-4DB2-BD59-A6C34878D82A}">
                    <a16:rowId xmlns:a16="http://schemas.microsoft.com/office/drawing/2014/main" val="10004"/>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3,100,000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tcPr>
                </a:tc>
                <a:extLst>
                  <a:ext uri="{0D108BD9-81ED-4DB2-BD59-A6C34878D82A}">
                    <a16:rowId xmlns:a16="http://schemas.microsoft.com/office/drawing/2014/main" val="10005"/>
                  </a:ext>
                </a:extLst>
              </a:tr>
              <a:tr h="391886">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tc>
                  <a:txBody>
                    <a:bodyPr/>
                    <a:lstStyle/>
                    <a:p>
                      <a:pPr marL="0" indent="0" algn="ctr">
                        <a:buNone/>
                      </a:pPr>
                      <a:r>
                        <a:rPr lang="en-US" sz="1200" dirty="0">
                          <a:solidFill>
                            <a:srgbClr val="000000"/>
                          </a:solidFill>
                          <a:latin typeface="Arial" pitchFamily="34" charset="0"/>
                          <a:ea typeface="Arial" pitchFamily="34" charset="-122"/>
                          <a:cs typeface="Arial" pitchFamily="34" charset="-120"/>
                        </a:rPr>
                        <a:t>3,400,000</a:t>
                      </a:r>
                      <a:endParaRPr lang="en-US" sz="1200" dirty="0">
                        <a:latin typeface="Arial" charset="0"/>
                        <a:ea typeface="Arial" charset="0"/>
                        <a:cs typeface="Arial" charset="0"/>
                      </a:endParaRPr>
                    </a:p>
                  </a:txBody>
                  <a:tcPr anchor="ctr">
                    <a:lnL w="12700" cap="flat" cmpd="sng" algn="ctr">
                      <a:solidFill>
                        <a:srgbClr val="E2DCCC"/>
                      </a:solidFill>
                      <a:prstDash val="solid"/>
                      <a:round/>
                      <a:headEnd type="none" w="med" len="med"/>
                      <a:tailEnd type="none" w="med" len="med"/>
                    </a:lnL>
                    <a:lnR w="12700" cap="flat" cmpd="sng" algn="ctr">
                      <a:solidFill>
                        <a:srgbClr val="E2DCCC"/>
                      </a:solidFill>
                      <a:prstDash val="solid"/>
                      <a:round/>
                      <a:headEnd type="none" w="med" len="med"/>
                      <a:tailEnd type="none" w="med" len="med"/>
                    </a:lnR>
                    <a:lnT w="12700" cap="flat" cmpd="sng" algn="ctr">
                      <a:solidFill>
                        <a:srgbClr val="E2DCCC"/>
                      </a:solidFill>
                      <a:prstDash val="solid"/>
                      <a:round/>
                      <a:headEnd type="none" w="med" len="med"/>
                      <a:tailEnd type="none" w="med" len="med"/>
                    </a:lnT>
                    <a:lnB w="12700" cap="flat" cmpd="sng" algn="ctr">
                      <a:solidFill>
                        <a:srgbClr val="E2DCCC"/>
                      </a:solidFill>
                      <a:prstDash val="solid"/>
                      <a:round/>
                      <a:headEnd type="none" w="med" len="med"/>
                      <a:tailEnd type="none" w="med" len="med"/>
                    </a:lnB>
                    <a:solidFill>
                      <a:srgbClr val="F2F0EA"/>
                    </a:solidFill>
                  </a:tcPr>
                </a:tc>
                <a:extLst>
                  <a:ext uri="{0D108BD9-81ED-4DB2-BD59-A6C34878D82A}">
                    <a16:rowId xmlns:a16="http://schemas.microsoft.com/office/drawing/2014/main" val="10006"/>
                  </a:ext>
                </a:extLst>
              </a:tr>
            </a:tbl>
          </a:graphicData>
        </a:graphic>
      </p:graphicFrame>
      <p:sp>
        <p:nvSpPr>
          <p:cNvPr id="12" name="Shape 9"/>
          <p:cNvSpPr/>
          <p:nvPr/>
        </p:nvSpPr>
        <p:spPr>
          <a:xfrm>
            <a:off x="6309360" y="4572000"/>
            <a:ext cx="5212080" cy="1234440"/>
          </a:xfrm>
          <a:prstGeom prst="roundRect">
            <a:avLst>
              <a:gd name="adj" fmla="val 4444"/>
            </a:avLst>
          </a:prstGeom>
          <a:solidFill>
            <a:srgbClr val="24406B"/>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1" name="Text 10"/>
          <p:cNvSpPr/>
          <p:nvPr/>
        </p:nvSpPr>
        <p:spPr>
          <a:xfrm>
            <a:off x="6537960" y="4754880"/>
            <a:ext cx="4754880" cy="457200"/>
          </a:xfrm>
          <a:prstGeom prst="rect">
            <a:avLst/>
          </a:prstGeom>
          <a:noFill/>
          <a:ln/>
        </p:spPr>
        <p:txBody>
          <a:bodyPr wrap="square" rtlCol="0" anchor="ctr"/>
          <a:lstStyle/>
          <a:p>
            <a:pPr marL="0" indent="0" algn="r" rtl="1">
              <a:buNone/>
            </a:pPr>
            <a:r>
              <a:rPr lang="en-US" sz="13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NPV التوضيحي (r=10%) ≈ 1.86M SAR  ·  IRR التوضيحي ≈ 14.8%</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4" name="Text 11"/>
          <p:cNvSpPr/>
          <p:nvPr/>
        </p:nvSpPr>
        <p:spPr>
          <a:xfrm>
            <a:off x="6537960" y="5166360"/>
            <a:ext cx="4754880" cy="548640"/>
          </a:xfrm>
          <a:prstGeom prst="rect">
            <a:avLst/>
          </a:prstGeom>
          <a:noFill/>
          <a:ln/>
        </p:spPr>
        <p:txBody>
          <a:bodyPr wrap="square" rtlCol="0" anchor="ctr"/>
          <a:lstStyle/>
          <a:p>
            <a:pPr marL="0" indent="0" algn="r" rtl="1">
              <a:lnSpc>
                <a:spcPct val="125000"/>
              </a:lnSpc>
              <a:buNone/>
            </a:pPr>
            <a:r>
              <a:rPr lang="en-US" sz="1050" i="1"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أرقام مبنية على المثال الافتراضي أعلاه فقط — يجب استبدالها بالكامل ببيانات مشروع حقيقي قبل أي استخدام في القرار.</a:t>
            </a:r>
            <a:endParaRPr lang="en-US" sz="1050" dirty="0">
              <a:latin typeface="HelveticaNeueLT Arabic 55 Roman" panose="020B0604020202020204" pitchFamily="34" charset="-78"/>
              <a:cs typeface="HelveticaNeueLT Arabic 55 Roman" panose="020B0604020202020204" pitchFamily="34" charset="-78"/>
            </a:endParaRPr>
          </a:p>
        </p:txBody>
      </p:sp>
      <p:sp>
        <p:nvSpPr>
          <p:cNvPr id="15" name="Text 1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6" name="Text 1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12</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96596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المخاطر والفرص</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196596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مصفوفة الاحتمالية × التأثير</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822960" y="1463040"/>
            <a:ext cx="5074920" cy="2377440"/>
          </a:xfrm>
          <a:prstGeom prst="roundRect">
            <a:avLst>
              <a:gd name="adj" fmla="val 2308"/>
            </a:avLst>
          </a:prstGeom>
          <a:solidFill>
            <a:srgbClr val="F5EAE8"/>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1051560" y="1627632"/>
            <a:ext cx="4617720" cy="36576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أثر مرتفع / احتمال مرتفع</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1051560" y="2057400"/>
            <a:ext cx="4617720" cy="1600200"/>
          </a:xfrm>
          <a:prstGeom prst="rect">
            <a:avLst/>
          </a:prstGeom>
          <a:noFill/>
          <a:ln/>
        </p:spPr>
        <p:txBody>
          <a:bodyPr wrap="square" rtlCol="0" anchor="ctr"/>
          <a:lstStyle/>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استمرار تراجع الباحة دون تدخل</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تشديد أسعار الفوائد وتأثيره على التمويل العقاري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7" name="Shape 5"/>
          <p:cNvSpPr/>
          <p:nvPr/>
        </p:nvSpPr>
        <p:spPr>
          <a:xfrm>
            <a:off x="6035040" y="1463040"/>
            <a:ext cx="5074920" cy="2377440"/>
          </a:xfrm>
          <a:prstGeom prst="roundRect">
            <a:avLst>
              <a:gd name="adj" fmla="val 2308"/>
            </a:avLst>
          </a:prstGeom>
          <a:solidFill>
            <a:srgbClr val="FBF3E7"/>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6263640" y="1627632"/>
            <a:ext cx="4617720" cy="36576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أثر مرتفع / احتمال منخفض</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6263640" y="2057400"/>
            <a:ext cx="4617720" cy="1600200"/>
          </a:xfrm>
          <a:prstGeom prst="rect">
            <a:avLst/>
          </a:prstGeom>
          <a:noFill/>
          <a:ln/>
        </p:spPr>
        <p:txBody>
          <a:bodyPr wrap="square" rtlCol="0" anchor="ctr"/>
          <a:lstStyle/>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تركّز مفرط لرأس المال في الرياض فقط</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تشبّع في قطاع الفلل الفاخرة</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0" name="Shape 8"/>
          <p:cNvSpPr/>
          <p:nvPr/>
        </p:nvSpPr>
        <p:spPr>
          <a:xfrm>
            <a:off x="822960" y="3977640"/>
            <a:ext cx="5074920" cy="2377440"/>
          </a:xfrm>
          <a:prstGeom prst="roundRect">
            <a:avLst>
              <a:gd name="adj" fmla="val 2308"/>
            </a:avLst>
          </a:prstGeom>
          <a:solidFill>
            <a:srgbClr val="EFF2EC"/>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1051560" y="4142232"/>
            <a:ext cx="4617720" cy="36576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أثر منخفض / احتمال مرتفع</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2" name="Text 10"/>
          <p:cNvSpPr/>
          <p:nvPr/>
        </p:nvSpPr>
        <p:spPr>
          <a:xfrm>
            <a:off x="1051560" y="4572000"/>
            <a:ext cx="4617720" cy="1600200"/>
          </a:xfrm>
          <a:prstGeom prst="rect">
            <a:avLst/>
          </a:prstGeom>
          <a:noFill/>
          <a:ln/>
        </p:spPr>
        <p:txBody>
          <a:bodyPr wrap="square" rtlCol="0" anchor="ctr"/>
          <a:lstStyle/>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تقلبات ربعية موسمية طبيعية</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تباين محدود بين القصيم وعسير</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3" name="Shape 11"/>
          <p:cNvSpPr/>
          <p:nvPr/>
        </p:nvSpPr>
        <p:spPr>
          <a:xfrm>
            <a:off x="6035040" y="3977640"/>
            <a:ext cx="5074920" cy="2377440"/>
          </a:xfrm>
          <a:prstGeom prst="roundRect">
            <a:avLst>
              <a:gd name="adj" fmla="val 2308"/>
            </a:avLst>
          </a:prstGeom>
          <a:solidFill>
            <a:srgbClr val="EAF2EC"/>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6263640" y="4142232"/>
            <a:ext cx="4617720" cy="365760"/>
          </a:xfrm>
          <a:prstGeom prst="rect">
            <a:avLst/>
          </a:prstGeom>
          <a:noFill/>
          <a:ln/>
        </p:spPr>
        <p:txBody>
          <a:bodyPr wrap="square" rtlCol="0" anchor="ctr"/>
          <a:lstStyle/>
          <a:p>
            <a:pPr marL="0" indent="0" algn="r" rtl="1">
              <a:buNone/>
            </a:pP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فرص </a:t>
            </a:r>
            <a:r>
              <a:rPr lang="en-US" sz="1300" b="1" dirty="0" err="1">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واضحة</a:t>
            </a: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 </a:t>
            </a:r>
            <a:r>
              <a:rPr lang="ar-SA"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a:t>
            </a:r>
            <a:r>
              <a:rPr lang="en-US" sz="1300" b="1" dirty="0" err="1">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أثر</a:t>
            </a: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 مرتفع / </a:t>
            </a:r>
            <a:r>
              <a:rPr lang="en-US" sz="1300" b="1" dirty="0" err="1">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اتجاه</a:t>
            </a:r>
            <a:r>
              <a:rPr lang="en-US"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 </a:t>
            </a:r>
            <a:r>
              <a:rPr lang="en-US" sz="1300" b="1" dirty="0" err="1">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إيجابي</a:t>
            </a:r>
            <a:r>
              <a:rPr lang="ar-SA" sz="13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6263640" y="4572000"/>
            <a:ext cx="4617720" cy="1600200"/>
          </a:xfrm>
          <a:prstGeom prst="rect">
            <a:avLst/>
          </a:prstGeom>
          <a:noFill/>
          <a:ln/>
        </p:spPr>
        <p:txBody>
          <a:bodyPr wrap="square" rtlCol="0" anchor="ctr"/>
          <a:lstStyle/>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زخم الرياض المستمر ومشاريع Vision 2030</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الطلب القوي على الأراضي السكنية</a:t>
            </a:r>
            <a:endParaRPr lang="en-US" sz="1150" dirty="0">
              <a:latin typeface="HelveticaNeueLT Arabic 55 Roman" panose="020B0604020202020204" pitchFamily="34" charset="-78"/>
              <a:cs typeface="HelveticaNeueLT Arabic 55 Roman" panose="020B0604020202020204" pitchFamily="34" charset="-78"/>
            </a:endParaRPr>
          </a:p>
          <a:p>
            <a:pPr marL="342900" indent="-342900" algn="r" rtl="1">
              <a:lnSpc>
                <a:spcPct val="120000"/>
              </a:lnSpc>
              <a:spcAft>
                <a:spcPts val="600"/>
              </a:spcAft>
              <a:buSzPct val="100000"/>
              <a:buChar char="•"/>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طلب سكني متوقع نحو 825K وحدة حتى 2030 (Knight Frank)</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6" name="Text 14"/>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17" name="Text 15"/>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13</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103120"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التوصيات الاستراتيجية</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103120"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لتخصيص رأس المال الاستثماري والتطويري</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10744200" y="1508760"/>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5" name="Text 3"/>
          <p:cNvSpPr/>
          <p:nvPr/>
        </p:nvSpPr>
        <p:spPr>
          <a:xfrm>
            <a:off x="10744200" y="1508760"/>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1</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6" name="Text 4"/>
          <p:cNvSpPr/>
          <p:nvPr/>
        </p:nvSpPr>
        <p:spPr>
          <a:xfrm>
            <a:off x="640080" y="1463040"/>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زيادة التخصيص لمنطقة الرياض</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7" name="Text 5"/>
          <p:cNvSpPr/>
          <p:nvPr/>
        </p:nvSpPr>
        <p:spPr>
          <a:xfrm>
            <a:off x="640080" y="1810512"/>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الأعلى نمواً بفارق كبير (+55.9%)، مدعومة بزخم Vision 2030 وفجوة سكنية كبيرة.</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8" name="Shape 6"/>
          <p:cNvSpPr/>
          <p:nvPr/>
        </p:nvSpPr>
        <p:spPr>
          <a:xfrm>
            <a:off x="10744200" y="2441448"/>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10744200" y="2441448"/>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2</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640080" y="2395728"/>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أولوية لفئة الأراضي السكنية</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1" name="Text 9"/>
          <p:cNvSpPr/>
          <p:nvPr/>
        </p:nvSpPr>
        <p:spPr>
          <a:xfrm>
            <a:off x="640080" y="2743200"/>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أعلى نمو تراكمي (+33.6%) وأدنى تقلب نسبي بين الأنواع — مخاطر أقل لكل وحدة عائد.</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2" name="Shape 10"/>
          <p:cNvSpPr/>
          <p:nvPr/>
        </p:nvSpPr>
        <p:spPr>
          <a:xfrm>
            <a:off x="10744200" y="3374136"/>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13" name="Text 11"/>
          <p:cNvSpPr/>
          <p:nvPr/>
        </p:nvSpPr>
        <p:spPr>
          <a:xfrm>
            <a:off x="10744200" y="3374136"/>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3</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640080" y="3328416"/>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تجميد التوسع في الباحة مؤقتاً</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640080" y="3675888"/>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انخفاض تراكمي حاد (-32.1%) يستدعي تحققاً ميدانياً من الأسباب قبل أي التزام رأسمالي جديد.</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6" name="Shape 14"/>
          <p:cNvSpPr/>
          <p:nvPr/>
        </p:nvSpPr>
        <p:spPr>
          <a:xfrm>
            <a:off x="10744200" y="4306824"/>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17" name="Text 15"/>
          <p:cNvSpPr/>
          <p:nvPr/>
        </p:nvSpPr>
        <p:spPr>
          <a:xfrm>
            <a:off x="10744200" y="4306824"/>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4</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18" name="Text 16"/>
          <p:cNvSpPr/>
          <p:nvPr/>
        </p:nvSpPr>
        <p:spPr>
          <a:xfrm>
            <a:off x="640080" y="4261104"/>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توقيت الإطلاقات مع نافذة الربع الثاني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9" name="Text 17"/>
          <p:cNvSpPr/>
          <p:nvPr/>
        </p:nvSpPr>
        <p:spPr>
          <a:xfrm>
            <a:off x="640080" y="4608576"/>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نمط موسمي أولي يشير لأعلى زخم سعري في الربع الثاني من كل عام.</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0" name="Shape 18"/>
          <p:cNvSpPr/>
          <p:nvPr/>
        </p:nvSpPr>
        <p:spPr>
          <a:xfrm>
            <a:off x="10744200" y="5239512"/>
            <a:ext cx="502920" cy="502920"/>
          </a:xfrm>
          <a:prstGeom prst="ellipse">
            <a:avLst/>
          </a:prstGeom>
          <a:solidFill>
            <a:srgbClr val="1B2A4A"/>
          </a:solidFill>
          <a:ln/>
        </p:spPr>
        <p:txBody>
          <a:bodyPr/>
          <a:lstStyle/>
          <a:p>
            <a:pPr algn="ctr" rtl="1"/>
            <a:endParaRPr lang="en-US">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10744200" y="5239512"/>
            <a:ext cx="502920" cy="502920"/>
          </a:xfrm>
          <a:prstGeom prst="rect">
            <a:avLst/>
          </a:prstGeom>
          <a:noFill/>
          <a:ln/>
        </p:spPr>
        <p:txBody>
          <a:bodyPr wrap="square" rtlCol="0" anchor="ctr"/>
          <a:lstStyle/>
          <a:p>
            <a:pPr marL="0" indent="0" algn="ctr" rtl="1">
              <a:buNone/>
            </a:pPr>
            <a:r>
              <a:rPr lang="en-US" sz="1400" b="1" dirty="0">
                <a:solidFill>
                  <a:srgbClr val="FFFFFF"/>
                </a:solidFill>
                <a:latin typeface="HelveticaNeueLT Arabic 55 Roman" panose="020B0604020202020204" pitchFamily="34" charset="-78"/>
                <a:ea typeface="Arial" pitchFamily="34" charset="-122"/>
                <a:cs typeface="HelveticaNeueLT Arabic 55 Roman" panose="020B0604020202020204" pitchFamily="34" charset="-78"/>
              </a:rPr>
              <a:t>5</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22" name="Text 20"/>
          <p:cNvSpPr/>
          <p:nvPr/>
        </p:nvSpPr>
        <p:spPr>
          <a:xfrm>
            <a:off x="640080" y="5193792"/>
            <a:ext cx="9921240" cy="36576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حذر تكتيكي في قطاع الفلل</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3" name="Text 21"/>
          <p:cNvSpPr/>
          <p:nvPr/>
        </p:nvSpPr>
        <p:spPr>
          <a:xfrm>
            <a:off x="640080" y="5541264"/>
            <a:ext cx="9921240" cy="457200"/>
          </a:xfrm>
          <a:prstGeom prst="rect">
            <a:avLst/>
          </a:prstGeom>
          <a:noFill/>
          <a:ln/>
        </p:spPr>
        <p:txBody>
          <a:bodyPr wrap="square" rtlCol="0" anchor="ctr"/>
          <a:lstStyle/>
          <a:p>
            <a:pPr marL="0" indent="0" algn="r" rtl="1">
              <a:lnSpc>
                <a:spcPct val="120000"/>
              </a:lnSpc>
              <a:buNone/>
            </a:pPr>
            <a:r>
              <a:rPr lang="en-US" sz="120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أعلى تقلب (σ=4.01) وتراجع سنوي حاد (-9.7%) — يتطلب تسعيراً وتوقيتاً أكثر دقة.</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4" name="Text 22"/>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25" name="Text 23"/>
          <p:cNvSpPr/>
          <p:nvPr/>
        </p:nvSpPr>
        <p:spPr>
          <a:xfrm>
            <a:off x="11274552" y="6510528"/>
            <a:ext cx="457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14</a:t>
            </a:r>
            <a:endParaRPr lang="en-US" sz="9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67712" y="457200"/>
            <a:ext cx="9144000" cy="502920"/>
          </a:xfrm>
          <a:prstGeom prst="rect">
            <a:avLst/>
          </a:prstGeom>
          <a:noFill/>
          <a:ln/>
        </p:spPr>
        <p:txBody>
          <a:bodyPr wrap="square" rtlCol="0" anchor="ctr"/>
          <a:lstStyle/>
          <a:p>
            <a:pPr marL="0" indent="0" algn="r" rtl="1">
              <a:buNone/>
            </a:pPr>
            <a:r>
              <a:rPr lang="en-US" sz="2800" b="1" dirty="0">
                <a:solidFill>
                  <a:srgbClr val="1B2A4A"/>
                </a:solidFill>
                <a:latin typeface="HelveticaNeueLT Arabic 55 Roman" panose="020B0604020202020204" pitchFamily="34" charset="-78"/>
                <a:ea typeface="Cambria" pitchFamily="34" charset="-122"/>
                <a:cs typeface="HelveticaNeueLT Arabic 55 Roman" panose="020B0604020202020204" pitchFamily="34" charset="-78"/>
              </a:rPr>
              <a:t>خارطة الطريق التنفيذية</a:t>
            </a:r>
            <a:endParaRPr lang="en-US" sz="2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267712" y="960120"/>
            <a:ext cx="9144000" cy="365760"/>
          </a:xfrm>
          <a:prstGeom prst="rect">
            <a:avLst/>
          </a:prstGeom>
          <a:noFill/>
          <a:ln/>
        </p:spPr>
        <p:txBody>
          <a:bodyPr wrap="square" rtlCol="0" anchor="ctr"/>
          <a:lstStyle/>
          <a:p>
            <a:pPr marL="0" indent="0" algn="r" rtl="1">
              <a:buNone/>
            </a:pPr>
            <a:r>
              <a:rPr lang="en-US" sz="13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المراحل المقترحة للتنفيذ خلال الأرباع القادمة</a:t>
            </a:r>
            <a:endParaRPr lang="en-US" sz="13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621792" y="2423160"/>
            <a:ext cx="10469880" cy="0"/>
          </a:xfrm>
          <a:prstGeom prst="line">
            <a:avLst/>
          </a:prstGeom>
          <a:noFill/>
          <a:ln w="25400">
            <a:solidFill>
              <a:srgbClr val="E2DCCC"/>
            </a:solidFill>
            <a:prstDash val="solid"/>
          </a:ln>
        </p:spPr>
        <p:txBody>
          <a:bodyPr/>
          <a:lstStyle/>
          <a:p>
            <a:endParaRPr lang="en-US"/>
          </a:p>
        </p:txBody>
      </p:sp>
      <p:sp>
        <p:nvSpPr>
          <p:cNvPr id="5" name="Shape 3"/>
          <p:cNvSpPr/>
          <p:nvPr/>
        </p:nvSpPr>
        <p:spPr>
          <a:xfrm>
            <a:off x="8942832" y="2194560"/>
            <a:ext cx="457200" cy="457200"/>
          </a:xfrm>
          <a:prstGeom prst="ellipse">
            <a:avLst/>
          </a:prstGeom>
          <a:solidFill>
            <a:srgbClr val="B8935F"/>
          </a:solidFill>
          <a:ln/>
        </p:spPr>
        <p:txBody>
          <a:bodyPr/>
          <a:lstStyle/>
          <a:p>
            <a:endParaRPr lang="en-US"/>
          </a:p>
        </p:txBody>
      </p:sp>
      <p:sp>
        <p:nvSpPr>
          <p:cNvPr id="6" name="Text 4"/>
          <p:cNvSpPr/>
          <p:nvPr/>
        </p:nvSpPr>
        <p:spPr>
          <a:xfrm>
            <a:off x="8942832" y="21945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Shape 5"/>
          <p:cNvSpPr/>
          <p:nvPr/>
        </p:nvSpPr>
        <p:spPr>
          <a:xfrm>
            <a:off x="8805672" y="2880360"/>
            <a:ext cx="2606040" cy="2377440"/>
          </a:xfrm>
          <a:prstGeom prst="roundRect">
            <a:avLst>
              <a:gd name="adj" fmla="val 230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8" name="Text 6"/>
          <p:cNvSpPr/>
          <p:nvPr/>
        </p:nvSpPr>
        <p:spPr>
          <a:xfrm>
            <a:off x="8988552" y="3017520"/>
            <a:ext cx="2240280" cy="320040"/>
          </a:xfrm>
          <a:prstGeom prst="rect">
            <a:avLst/>
          </a:prstGeom>
          <a:noFill/>
          <a:ln/>
        </p:spPr>
        <p:txBody>
          <a:bodyPr wrap="square" rtlCol="0" anchor="ctr"/>
          <a:lstStyle/>
          <a:p>
            <a:pPr marL="0" indent="0" algn="r" rtl="1">
              <a:buNone/>
            </a:pPr>
            <a:r>
              <a:rPr lang="en-US" sz="1200" b="1" dirty="0">
                <a:solidFill>
                  <a:srgbClr val="B8935F"/>
                </a:solidFill>
                <a:latin typeface="HelveticaNeueLT Arabic 55 Roman" panose="020B0604020202020204" pitchFamily="34" charset="-78"/>
                <a:ea typeface="Arial" pitchFamily="34" charset="-122"/>
                <a:cs typeface="HelveticaNeueLT Arabic 55 Roman" panose="020B0604020202020204" pitchFamily="34" charset="-78"/>
              </a:rPr>
              <a:t>2026 Q3</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9" name="Text 7"/>
          <p:cNvSpPr/>
          <p:nvPr/>
        </p:nvSpPr>
        <p:spPr>
          <a:xfrm>
            <a:off x="8988552" y="3337560"/>
            <a:ext cx="2240280" cy="45720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تحقق ميداني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0" name="Text 8"/>
          <p:cNvSpPr/>
          <p:nvPr/>
        </p:nvSpPr>
        <p:spPr>
          <a:xfrm>
            <a:off x="8988552" y="3840480"/>
            <a:ext cx="2240280" cy="1280160"/>
          </a:xfrm>
          <a:prstGeom prst="rect">
            <a:avLst/>
          </a:prstGeom>
          <a:noFill/>
          <a:ln/>
        </p:spPr>
        <p:txBody>
          <a:bodyPr wrap="square" rtlCol="0" anchor="ctr"/>
          <a:lstStyle/>
          <a:p>
            <a:pPr algn="r" rtl="1">
              <a:lnSpc>
                <a:spcPct val="125000"/>
              </a:lnSpc>
            </a:pPr>
            <a:r>
              <a:rPr lang="ar-SA"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دراسة أسباب تراجع الباحة + تحقق من فرص الرياض على مستوى الأحياء</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1" name="Shape 9"/>
          <p:cNvSpPr/>
          <p:nvPr/>
        </p:nvSpPr>
        <p:spPr>
          <a:xfrm>
            <a:off x="6108192" y="2194560"/>
            <a:ext cx="457200" cy="457200"/>
          </a:xfrm>
          <a:prstGeom prst="ellipse">
            <a:avLst/>
          </a:prstGeom>
          <a:solidFill>
            <a:srgbClr val="1B2A4A"/>
          </a:solidFill>
          <a:ln/>
        </p:spPr>
        <p:txBody>
          <a:bodyPr/>
          <a:lstStyle/>
          <a:p>
            <a:endParaRPr lang="en-US"/>
          </a:p>
        </p:txBody>
      </p:sp>
      <p:sp>
        <p:nvSpPr>
          <p:cNvPr id="12" name="Text 10"/>
          <p:cNvSpPr/>
          <p:nvPr/>
        </p:nvSpPr>
        <p:spPr>
          <a:xfrm>
            <a:off x="6108192" y="21945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Shape 11"/>
          <p:cNvSpPr/>
          <p:nvPr/>
        </p:nvSpPr>
        <p:spPr>
          <a:xfrm>
            <a:off x="5971032" y="2880360"/>
            <a:ext cx="2606040" cy="2377440"/>
          </a:xfrm>
          <a:prstGeom prst="roundRect">
            <a:avLst>
              <a:gd name="adj" fmla="val 230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14" name="Text 12"/>
          <p:cNvSpPr/>
          <p:nvPr/>
        </p:nvSpPr>
        <p:spPr>
          <a:xfrm>
            <a:off x="6153912" y="3017520"/>
            <a:ext cx="2240280" cy="320040"/>
          </a:xfrm>
          <a:prstGeom prst="rect">
            <a:avLst/>
          </a:prstGeom>
          <a:noFill/>
          <a:ln/>
        </p:spPr>
        <p:txBody>
          <a:bodyPr wrap="square" rtlCol="0" anchor="ctr"/>
          <a:lstStyle/>
          <a:p>
            <a:pPr marL="0" indent="0" algn="r" rtl="1">
              <a:buNone/>
            </a:pPr>
            <a:r>
              <a:rPr lang="en-US" sz="1200" b="1" dirty="0">
                <a:solidFill>
                  <a:srgbClr val="B8935F"/>
                </a:solidFill>
                <a:latin typeface="HelveticaNeueLT Arabic 55 Roman" panose="020B0604020202020204" pitchFamily="34" charset="-78"/>
                <a:ea typeface="Arial" pitchFamily="34" charset="-122"/>
                <a:cs typeface="HelveticaNeueLT Arabic 55 Roman" panose="020B0604020202020204" pitchFamily="34" charset="-78"/>
              </a:rPr>
              <a:t>2026 Q4</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15" name="Text 13"/>
          <p:cNvSpPr/>
          <p:nvPr/>
        </p:nvSpPr>
        <p:spPr>
          <a:xfrm>
            <a:off x="6153912" y="3337560"/>
            <a:ext cx="2240280" cy="45720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تخصيص أولي</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16" name="Text 14"/>
          <p:cNvSpPr/>
          <p:nvPr/>
        </p:nvSpPr>
        <p:spPr>
          <a:xfrm>
            <a:off x="6153912" y="3840480"/>
            <a:ext cx="2240280" cy="128016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بدء تخصيص رأسمالي مبدئي للأراضي السكنية في الرياض</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17" name="Shape 15"/>
          <p:cNvSpPr/>
          <p:nvPr/>
        </p:nvSpPr>
        <p:spPr>
          <a:xfrm>
            <a:off x="3273552" y="2194560"/>
            <a:ext cx="457200" cy="457200"/>
          </a:xfrm>
          <a:prstGeom prst="ellipse">
            <a:avLst/>
          </a:prstGeom>
          <a:solidFill>
            <a:srgbClr val="1B2A4A"/>
          </a:solidFill>
          <a:ln/>
        </p:spPr>
        <p:txBody>
          <a:bodyPr/>
          <a:lstStyle/>
          <a:p>
            <a:endParaRPr lang="en-US"/>
          </a:p>
        </p:txBody>
      </p:sp>
      <p:sp>
        <p:nvSpPr>
          <p:cNvPr id="18" name="Text 16"/>
          <p:cNvSpPr/>
          <p:nvPr/>
        </p:nvSpPr>
        <p:spPr>
          <a:xfrm>
            <a:off x="3273552" y="21945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Shape 17"/>
          <p:cNvSpPr/>
          <p:nvPr/>
        </p:nvSpPr>
        <p:spPr>
          <a:xfrm>
            <a:off x="3136392" y="2880360"/>
            <a:ext cx="2606040" cy="2377440"/>
          </a:xfrm>
          <a:prstGeom prst="roundRect">
            <a:avLst>
              <a:gd name="adj" fmla="val 230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0" name="Text 18"/>
          <p:cNvSpPr/>
          <p:nvPr/>
        </p:nvSpPr>
        <p:spPr>
          <a:xfrm>
            <a:off x="3319272" y="3017520"/>
            <a:ext cx="2240280" cy="320040"/>
          </a:xfrm>
          <a:prstGeom prst="rect">
            <a:avLst/>
          </a:prstGeom>
          <a:noFill/>
          <a:ln/>
        </p:spPr>
        <p:txBody>
          <a:bodyPr wrap="square" rtlCol="0" anchor="ctr"/>
          <a:lstStyle/>
          <a:p>
            <a:pPr marL="0" indent="0" algn="r" rtl="1">
              <a:buNone/>
            </a:pPr>
            <a:r>
              <a:rPr lang="en-US" sz="1200" b="1" dirty="0">
                <a:solidFill>
                  <a:srgbClr val="B8935F"/>
                </a:solidFill>
                <a:latin typeface="HelveticaNeueLT Arabic 55 Roman" panose="020B0604020202020204" pitchFamily="34" charset="-78"/>
                <a:ea typeface="Arial" pitchFamily="34" charset="-122"/>
                <a:cs typeface="HelveticaNeueLT Arabic 55 Roman" panose="020B0604020202020204" pitchFamily="34" charset="-78"/>
              </a:rPr>
              <a:t>2027 Q1</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1" name="Text 19"/>
          <p:cNvSpPr/>
          <p:nvPr/>
        </p:nvSpPr>
        <p:spPr>
          <a:xfrm>
            <a:off x="3319272" y="3337560"/>
            <a:ext cx="2240280" cy="45720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مراجعة الأداء</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2" name="Text 20"/>
          <p:cNvSpPr/>
          <p:nvPr/>
        </p:nvSpPr>
        <p:spPr>
          <a:xfrm>
            <a:off x="3319272" y="3840480"/>
            <a:ext cx="2240280" cy="128016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تقييم النتائج الأولية مقابل السيناريو الأساسي المتوقع</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3" name="Shape 21"/>
          <p:cNvSpPr/>
          <p:nvPr/>
        </p:nvSpPr>
        <p:spPr>
          <a:xfrm>
            <a:off x="438912" y="2194560"/>
            <a:ext cx="457200" cy="457200"/>
          </a:xfrm>
          <a:prstGeom prst="ellipse">
            <a:avLst/>
          </a:prstGeom>
          <a:solidFill>
            <a:srgbClr val="1B2A4A"/>
          </a:solidFill>
          <a:ln/>
        </p:spPr>
        <p:txBody>
          <a:bodyPr/>
          <a:lstStyle/>
          <a:p>
            <a:endParaRPr lang="en-US"/>
          </a:p>
        </p:txBody>
      </p:sp>
      <p:sp>
        <p:nvSpPr>
          <p:cNvPr id="24" name="Text 22"/>
          <p:cNvSpPr/>
          <p:nvPr/>
        </p:nvSpPr>
        <p:spPr>
          <a:xfrm>
            <a:off x="438912" y="21945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5" name="Shape 23"/>
          <p:cNvSpPr/>
          <p:nvPr/>
        </p:nvSpPr>
        <p:spPr>
          <a:xfrm>
            <a:off x="301752" y="2880360"/>
            <a:ext cx="2606040" cy="2377440"/>
          </a:xfrm>
          <a:prstGeom prst="roundRect">
            <a:avLst>
              <a:gd name="adj" fmla="val 2308"/>
            </a:avLst>
          </a:prstGeom>
          <a:solidFill>
            <a:srgbClr val="F2F0EA"/>
          </a:solidFill>
          <a:ln/>
        </p:spPr>
        <p:txBody>
          <a:bodyPr/>
          <a:lstStyle/>
          <a:p>
            <a:pPr algn="r" rtl="1"/>
            <a:endParaRPr lang="en-US">
              <a:latin typeface="HelveticaNeueLT Arabic 55 Roman" panose="020B0604020202020204" pitchFamily="34" charset="-78"/>
              <a:cs typeface="HelveticaNeueLT Arabic 55 Roman" panose="020B0604020202020204" pitchFamily="34" charset="-78"/>
            </a:endParaRPr>
          </a:p>
        </p:txBody>
      </p:sp>
      <p:sp>
        <p:nvSpPr>
          <p:cNvPr id="26" name="Text 24"/>
          <p:cNvSpPr/>
          <p:nvPr/>
        </p:nvSpPr>
        <p:spPr>
          <a:xfrm>
            <a:off x="484632" y="3017520"/>
            <a:ext cx="2240280" cy="320040"/>
          </a:xfrm>
          <a:prstGeom prst="rect">
            <a:avLst/>
          </a:prstGeom>
          <a:noFill/>
          <a:ln/>
        </p:spPr>
        <p:txBody>
          <a:bodyPr wrap="square" rtlCol="0" anchor="ctr"/>
          <a:lstStyle/>
          <a:p>
            <a:pPr marL="0" indent="0" algn="r" rtl="1">
              <a:buNone/>
            </a:pPr>
            <a:r>
              <a:rPr lang="en-US" sz="1200" b="1" dirty="0">
                <a:solidFill>
                  <a:srgbClr val="B8935F"/>
                </a:solidFill>
                <a:latin typeface="HelveticaNeueLT Arabic 55 Roman" panose="020B0604020202020204" pitchFamily="34" charset="-78"/>
                <a:ea typeface="Arial" pitchFamily="34" charset="-122"/>
                <a:cs typeface="HelveticaNeueLT Arabic 55 Roman" panose="020B0604020202020204" pitchFamily="34" charset="-78"/>
              </a:rPr>
              <a:t>2027 Q2</a:t>
            </a:r>
            <a:endParaRPr lang="en-US" sz="1200" dirty="0">
              <a:latin typeface="HelveticaNeueLT Arabic 55 Roman" panose="020B0604020202020204" pitchFamily="34" charset="-78"/>
              <a:cs typeface="HelveticaNeueLT Arabic 55 Roman" panose="020B0604020202020204" pitchFamily="34" charset="-78"/>
            </a:endParaRPr>
          </a:p>
        </p:txBody>
      </p:sp>
      <p:sp>
        <p:nvSpPr>
          <p:cNvPr id="27" name="Text 25"/>
          <p:cNvSpPr/>
          <p:nvPr/>
        </p:nvSpPr>
        <p:spPr>
          <a:xfrm>
            <a:off x="484632" y="3337560"/>
            <a:ext cx="2240280" cy="457200"/>
          </a:xfrm>
          <a:prstGeom prst="rect">
            <a:avLst/>
          </a:prstGeom>
          <a:noFill/>
          <a:ln/>
        </p:spPr>
        <p:txBody>
          <a:bodyPr wrap="square" rtlCol="0" anchor="ctr"/>
          <a:lstStyle/>
          <a:p>
            <a:pPr marL="0" indent="0" algn="r" rtl="1">
              <a:buNone/>
            </a:pPr>
            <a:r>
              <a:rPr lang="en-US" sz="1500" b="1" dirty="0">
                <a:solidFill>
                  <a:srgbClr val="1B2A4A"/>
                </a:solidFill>
                <a:latin typeface="HelveticaNeueLT Arabic 55 Roman" panose="020B0604020202020204" pitchFamily="34" charset="-78"/>
                <a:ea typeface="Arial" pitchFamily="34" charset="-122"/>
                <a:cs typeface="HelveticaNeueLT Arabic 55 Roman" panose="020B0604020202020204" pitchFamily="34" charset="-78"/>
              </a:rPr>
              <a:t>توسّع أو تعديل</a:t>
            </a:r>
            <a:endParaRPr lang="en-US" sz="1500" dirty="0">
              <a:latin typeface="HelveticaNeueLT Arabic 55 Roman" panose="020B0604020202020204" pitchFamily="34" charset="-78"/>
              <a:cs typeface="HelveticaNeueLT Arabic 55 Roman" panose="020B0604020202020204" pitchFamily="34" charset="-78"/>
            </a:endParaRPr>
          </a:p>
        </p:txBody>
      </p:sp>
      <p:sp>
        <p:nvSpPr>
          <p:cNvPr id="28" name="Text 26"/>
          <p:cNvSpPr/>
          <p:nvPr/>
        </p:nvSpPr>
        <p:spPr>
          <a:xfrm>
            <a:off x="484632" y="3840480"/>
            <a:ext cx="2240280" cy="1280160"/>
          </a:xfrm>
          <a:prstGeom prst="rect">
            <a:avLst/>
          </a:prstGeom>
          <a:noFill/>
          <a:ln/>
        </p:spPr>
        <p:txBody>
          <a:bodyPr wrap="square" rtlCol="0" anchor="ctr"/>
          <a:lstStyle/>
          <a:p>
            <a:pPr marL="0" indent="0" algn="r" rtl="1">
              <a:lnSpc>
                <a:spcPct val="125000"/>
              </a:lnSpc>
              <a:buNone/>
            </a:pPr>
            <a:r>
              <a:rPr lang="en-US" sz="1150" dirty="0">
                <a:solidFill>
                  <a:srgbClr val="1C1C1C"/>
                </a:solidFill>
                <a:latin typeface="HelveticaNeueLT Arabic 55 Roman" panose="020B0604020202020204" pitchFamily="34" charset="-78"/>
                <a:ea typeface="Arial" pitchFamily="34" charset="-122"/>
                <a:cs typeface="HelveticaNeueLT Arabic 55 Roman" panose="020B0604020202020204" pitchFamily="34" charset="-78"/>
              </a:rPr>
              <a:t>قرار توسيع التخصيص أو تعديل المسار بناءً على الأداء الفعلي</a:t>
            </a:r>
            <a:endParaRPr lang="en-US" sz="1150" dirty="0">
              <a:latin typeface="HelveticaNeueLT Arabic 55 Roman" panose="020B0604020202020204" pitchFamily="34" charset="-78"/>
              <a:cs typeface="HelveticaNeueLT Arabic 55 Roman" panose="020B0604020202020204" pitchFamily="34" charset="-78"/>
            </a:endParaRPr>
          </a:p>
        </p:txBody>
      </p:sp>
      <p:sp>
        <p:nvSpPr>
          <p:cNvPr id="29" name="Text 27"/>
          <p:cNvSpPr/>
          <p:nvPr/>
        </p:nvSpPr>
        <p:spPr>
          <a:xfrm>
            <a:off x="457200" y="6510528"/>
            <a:ext cx="7315200" cy="274320"/>
          </a:xfrm>
          <a:prstGeom prst="rect">
            <a:avLst/>
          </a:prstGeom>
          <a:noFill/>
          <a:ln/>
        </p:spPr>
        <p:txBody>
          <a:bodyPr wrap="square" rtlCol="0" anchor="ctr"/>
          <a:lstStyle/>
          <a:p>
            <a:pPr marL="0" indent="0" algn="r" rtl="1">
              <a:buNone/>
            </a:pPr>
            <a:r>
              <a:rPr lang="en-US" sz="900" dirty="0">
                <a:solidFill>
                  <a:srgbClr val="6B6558"/>
                </a:solidFill>
                <a:latin typeface="HelveticaNeueLT Arabic 55 Roman" panose="020B0604020202020204" pitchFamily="34" charset="-78"/>
                <a:ea typeface="Arial" pitchFamily="34" charset="-122"/>
                <a:cs typeface="HelveticaNeueLT Arabic 55 Roman" panose="020B0604020202020204" pitchFamily="34" charset="-78"/>
              </a:rPr>
              <a:t>التوجّه الاستراتيجي لتخصيص الاستثمار العقاري</a:t>
            </a:r>
            <a:endParaRPr lang="en-US" sz="900" dirty="0">
              <a:latin typeface="HelveticaNeueLT Arabic 55 Roman" panose="020B0604020202020204" pitchFamily="34" charset="-78"/>
              <a:cs typeface="HelveticaNeueLT Arabic 55 Roman" panose="020B0604020202020204" pitchFamily="34" charset="-78"/>
            </a:endParaRPr>
          </a:p>
        </p:txBody>
      </p:sp>
      <p:sp>
        <p:nvSpPr>
          <p:cNvPr id="30" name="Text 28"/>
          <p:cNvSpPr/>
          <p:nvPr/>
        </p:nvSpPr>
        <p:spPr>
          <a:xfrm>
            <a:off x="11274552" y="6510528"/>
            <a:ext cx="457200" cy="274320"/>
          </a:xfrm>
          <a:prstGeom prst="rect">
            <a:avLst/>
          </a:prstGeom>
          <a:noFill/>
          <a:ln/>
        </p:spPr>
        <p:txBody>
          <a:bodyPr wrap="square" rtlCol="0" anchor="ctr"/>
          <a:lstStyle/>
          <a:p>
            <a:pPr marL="0" indent="0" algn="l">
              <a:buNone/>
            </a:pPr>
            <a:r>
              <a:rPr lang="en-US" sz="900" dirty="0">
                <a:solidFill>
                  <a:srgbClr val="6B6558"/>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640080" y="1760220"/>
            <a:ext cx="10881360" cy="914400"/>
          </a:xfrm>
          <a:prstGeom prst="rect">
            <a:avLst/>
          </a:prstGeom>
          <a:noFill/>
          <a:ln/>
        </p:spPr>
        <p:txBody>
          <a:bodyPr wrap="square" rtlCol="0" anchor="ctr"/>
          <a:lstStyle/>
          <a:p>
            <a:pPr marL="0" indent="0" algn="r" rtl="1">
              <a:buNone/>
            </a:pPr>
            <a:r>
              <a:rPr lang="en-US" sz="3800" b="1" dirty="0">
                <a:solidFill>
                  <a:srgbClr val="FFFFFF"/>
                </a:solidFill>
                <a:latin typeface="HelveticaNeueLT Arabic 55 Roman" panose="020B0604020202020204" pitchFamily="34" charset="-78"/>
                <a:ea typeface="Cambria" pitchFamily="34" charset="-122"/>
                <a:cs typeface="HelveticaNeueLT Arabic 55 Roman" panose="020B0604020202020204" pitchFamily="34" charset="-78"/>
              </a:rPr>
              <a:t>شكراً لكم</a:t>
            </a:r>
            <a:endParaRPr lang="en-US" sz="3800" dirty="0">
              <a:latin typeface="HelveticaNeueLT Arabic 55 Roman" panose="020B0604020202020204" pitchFamily="34" charset="-78"/>
              <a:cs typeface="HelveticaNeueLT Arabic 55 Roman" panose="020B0604020202020204" pitchFamily="34" charset="-78"/>
            </a:endParaRPr>
          </a:p>
        </p:txBody>
      </p:sp>
      <p:sp>
        <p:nvSpPr>
          <p:cNvPr id="3" name="Text 1"/>
          <p:cNvSpPr/>
          <p:nvPr/>
        </p:nvSpPr>
        <p:spPr>
          <a:xfrm>
            <a:off x="2834640" y="3383280"/>
            <a:ext cx="8686800" cy="640080"/>
          </a:xfrm>
          <a:prstGeom prst="rect">
            <a:avLst/>
          </a:prstGeom>
          <a:noFill/>
          <a:ln/>
        </p:spPr>
        <p:txBody>
          <a:bodyPr wrap="square" rtlCol="0" anchor="ctr"/>
          <a:lstStyle/>
          <a:p>
            <a:pPr marL="0" indent="0" algn="r" rtl="1">
              <a:lnSpc>
                <a:spcPct val="130000"/>
              </a:lnSpc>
              <a:buNone/>
            </a:pPr>
            <a:r>
              <a:rPr lang="en-US" sz="1400" dirty="0">
                <a:solidFill>
                  <a:srgbClr val="C7CEDE"/>
                </a:solidFill>
                <a:latin typeface="HelveticaNeueLT Arabic 55 Roman" panose="020B0604020202020204" pitchFamily="34" charset="-78"/>
                <a:ea typeface="Arial" pitchFamily="34" charset="-122"/>
                <a:cs typeface="HelveticaNeueLT Arabic 55 Roman" panose="020B0604020202020204" pitchFamily="34" charset="-78"/>
              </a:rPr>
              <a:t>الملاحق الكاملة (جداول البيانات، Notebooks التحليلية، واللوحة التفاعلية) متوفرة كملفات منفصلة مرفقة مع هذا العرض.</a:t>
            </a:r>
            <a:endParaRPr lang="en-US" sz="1400" dirty="0">
              <a:latin typeface="HelveticaNeueLT Arabic 55 Roman" panose="020B0604020202020204" pitchFamily="34" charset="-78"/>
              <a:cs typeface="HelveticaNeueLT Arabic 55 Roman" panose="020B0604020202020204" pitchFamily="34" charset="-78"/>
            </a:endParaRPr>
          </a:p>
        </p:txBody>
      </p:sp>
      <p:sp>
        <p:nvSpPr>
          <p:cNvPr id="4" name="Shape 2"/>
          <p:cNvSpPr/>
          <p:nvPr/>
        </p:nvSpPr>
        <p:spPr>
          <a:xfrm>
            <a:off x="8595360" y="4297680"/>
            <a:ext cx="2926080" cy="0"/>
          </a:xfrm>
          <a:prstGeom prst="line">
            <a:avLst/>
          </a:prstGeom>
          <a:noFill/>
          <a:ln w="25400">
            <a:solidFill>
              <a:srgbClr val="B8935F"/>
            </a:solidFill>
            <a:prstDash val="solid"/>
          </a:ln>
        </p:spPr>
        <p:txBody>
          <a:bodyPr/>
          <a:lstStyle/>
          <a:p>
            <a:endParaRPr lang="en-US"/>
          </a:p>
        </p:txBody>
      </p:sp>
      <p:sp>
        <p:nvSpPr>
          <p:cNvPr id="6" name="Text 4"/>
          <p:cNvSpPr/>
          <p:nvPr/>
        </p:nvSpPr>
        <p:spPr>
          <a:xfrm>
            <a:off x="1463040" y="6263640"/>
            <a:ext cx="10058400" cy="320040"/>
          </a:xfrm>
          <a:prstGeom prst="rect">
            <a:avLst/>
          </a:prstGeom>
          <a:noFill/>
          <a:ln/>
        </p:spPr>
        <p:txBody>
          <a:bodyPr wrap="square" rtlCol="0" anchor="ctr"/>
          <a:lstStyle/>
          <a:p>
            <a:pPr marL="0" indent="0" algn="r" rtl="1">
              <a:buNone/>
            </a:pPr>
            <a:r>
              <a:rPr lang="en-US" sz="1000" dirty="0">
                <a:solidFill>
                  <a:srgbClr val="8E97AC"/>
                </a:solidFill>
                <a:latin typeface="HelveticaNeueLT Arabic 55 Roman" panose="020B0604020202020204" pitchFamily="34" charset="-78"/>
                <a:ea typeface="Arial" pitchFamily="34" charset="-122"/>
                <a:cs typeface="HelveticaNeueLT Arabic 55 Roman" panose="020B0604020202020204" pitchFamily="34" charset="-78"/>
              </a:rPr>
              <a:t>المصدر: الهيئة العامة للإحصاء (GASTAT) — REPI Q2-2026  ·  CBRE, JLL, Global Property Guide</a:t>
            </a:r>
            <a:endParaRPr lang="en-US" sz="1000" dirty="0">
              <a:latin typeface="HelveticaNeueLT Arabic 55 Roman" panose="020B0604020202020204" pitchFamily="34" charset="-78"/>
              <a:cs typeface="HelveticaNeueLT Arabic 55 Roman" panose="020B0604020202020204" pitchFamily="34" charset="-7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1364</Words>
  <Application>Microsoft Office PowerPoint</Application>
  <PresentationFormat>Widescreen</PresentationFormat>
  <Paragraphs>267</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HelveticaNeueLT Arabic 55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Waheed Saif</cp:lastModifiedBy>
  <cp:revision>2</cp:revision>
  <dcterms:created xsi:type="dcterms:W3CDTF">2026-08-04T07:29:57Z</dcterms:created>
  <dcterms:modified xsi:type="dcterms:W3CDTF">2026-08-17T11:07:38Z</dcterms:modified>
</cp:coreProperties>
</file>